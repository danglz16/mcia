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1" r:id="rId1"/>
  </p:sldMasterIdLst>
  <p:notesMasterIdLst>
    <p:notesMasterId r:id="rId9"/>
  </p:notesMasterIdLst>
  <p:sldIdLst>
    <p:sldId id="256" r:id="rId2"/>
    <p:sldId id="262" r:id="rId3"/>
    <p:sldId id="257" r:id="rId4"/>
    <p:sldId id="268" r:id="rId5"/>
    <p:sldId id="269" r:id="rId6"/>
    <p:sldId id="258" r:id="rId7"/>
    <p:sldId id="259" r:id="rId8"/>
  </p:sldIdLst>
  <p:sldSz cx="9144000" cy="5143500" type="screen16x9"/>
  <p:notesSz cx="6858000" cy="9144000"/>
  <p:embeddedFontLst>
    <p:embeddedFont>
      <p:font typeface="Anaheim" panose="020B0604020202020204" charset="0"/>
      <p:regular r:id="rId10"/>
      <p:bold r:id="rId11"/>
    </p:embeddedFont>
    <p:embeddedFont>
      <p:font typeface="Catamaran" panose="020B0604020202020204" charset="0"/>
      <p:regular r:id="rId12"/>
      <p:bold r:id="rId13"/>
    </p:embeddedFont>
    <p:embeddedFont>
      <p:font typeface="DM Sans" pitchFamily="2" charset="0"/>
      <p:regular r:id="rId14"/>
      <p:bold r:id="rId15"/>
      <p:italic r:id="rId16"/>
      <p:boldItalic r:id="rId17"/>
    </p:embeddedFont>
    <p:embeddedFont>
      <p:font typeface="Hanken Grotesk" panose="020B0604020202020204" charset="0"/>
      <p:regular r:id="rId18"/>
      <p:bold r:id="rId19"/>
      <p:italic r:id="rId20"/>
      <p:boldItalic r:id="rId21"/>
    </p:embeddedFont>
    <p:embeddedFont>
      <p:font typeface="IBM Plex Sans Light" panose="020B0403050203000203" pitchFamily="34" charset="0"/>
      <p:regular r:id="rId22"/>
      <p:bold r:id="rId23"/>
      <p:italic r:id="rId24"/>
      <p:boldItalic r:id="rId25"/>
    </p:embeddedFont>
    <p:embeddedFont>
      <p:font typeface="Nunito Light" pitchFamily="2" charset="0"/>
      <p:regular r:id="rId26"/>
      <p:italic r:id="rId27"/>
    </p:embeddedFont>
    <p:embeddedFont>
      <p:font typeface="Rethink Sans" panose="020B0604020202020204" charset="0"/>
      <p:regular r:id="rId28"/>
      <p:bold r:id="rId29"/>
      <p:italic r:id="rId30"/>
      <p:boldItalic r:id="rId3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FFA2AFD-06B0-4EF2-91ED-501A28C2D081}">
  <a:tblStyle styleId="{AFFA2AFD-06B0-4EF2-91ED-501A28C2D08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F084D29C-9735-40A9-89C5-5D8EAD8BF85B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428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653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font" Target="fonts/font4.fntdata"/><Relationship Id="rId18" Type="http://schemas.openxmlformats.org/officeDocument/2006/relationships/font" Target="fonts/font9.fntdata"/><Relationship Id="rId26" Type="http://schemas.openxmlformats.org/officeDocument/2006/relationships/font" Target="fonts/font17.fntdata"/><Relationship Id="rId3" Type="http://schemas.openxmlformats.org/officeDocument/2006/relationships/slide" Target="slides/slide2.xml"/><Relationship Id="rId21" Type="http://schemas.openxmlformats.org/officeDocument/2006/relationships/font" Target="fonts/font12.fntdata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font" Target="fonts/font8.fntdata"/><Relationship Id="rId25" Type="http://schemas.openxmlformats.org/officeDocument/2006/relationships/font" Target="fonts/font16.fntdata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7.fntdata"/><Relationship Id="rId20" Type="http://schemas.openxmlformats.org/officeDocument/2006/relationships/font" Target="fonts/font11.fntdata"/><Relationship Id="rId29" Type="http://schemas.openxmlformats.org/officeDocument/2006/relationships/font" Target="fonts/font2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24" Type="http://schemas.openxmlformats.org/officeDocument/2006/relationships/font" Target="fonts/font15.fntdata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23" Type="http://schemas.openxmlformats.org/officeDocument/2006/relationships/font" Target="fonts/font14.fntdata"/><Relationship Id="rId28" Type="http://schemas.openxmlformats.org/officeDocument/2006/relationships/font" Target="fonts/font19.fntdata"/><Relationship Id="rId10" Type="http://schemas.openxmlformats.org/officeDocument/2006/relationships/font" Target="fonts/font1.fntdata"/><Relationship Id="rId19" Type="http://schemas.openxmlformats.org/officeDocument/2006/relationships/font" Target="fonts/font10.fntdata"/><Relationship Id="rId31" Type="http://schemas.openxmlformats.org/officeDocument/2006/relationships/font" Target="fonts/font22.fntdata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Relationship Id="rId22" Type="http://schemas.openxmlformats.org/officeDocument/2006/relationships/font" Target="fonts/font13.fntdata"/><Relationship Id="rId27" Type="http://schemas.openxmlformats.org/officeDocument/2006/relationships/font" Target="fonts/font18.fntdata"/><Relationship Id="rId30" Type="http://schemas.openxmlformats.org/officeDocument/2006/relationships/font" Target="fonts/font21.fntdata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4dfce81f1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4dfce81f1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54dda1946d_6_3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54dda1946d_6_3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d431007ba2_0_2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d431007ba2_0_2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54dda1946d_4_27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" name="Google Shape;326;g54dda1946d_4_270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4">
          <a:extLst>
            <a:ext uri="{FF2B5EF4-FFF2-40B4-BE49-F238E27FC236}">
              <a16:creationId xmlns:a16="http://schemas.microsoft.com/office/drawing/2014/main" id="{FC286C7A-BB64-E794-89DE-8D5DC2971B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54dda1946d_4_2701:notes">
            <a:extLst>
              <a:ext uri="{FF2B5EF4-FFF2-40B4-BE49-F238E27FC236}">
                <a16:creationId xmlns:a16="http://schemas.microsoft.com/office/drawing/2014/main" id="{9268F16C-5244-9E46-676C-19D31CB9A35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" name="Google Shape;326;g54dda1946d_4_2701:notes">
            <a:extLst>
              <a:ext uri="{FF2B5EF4-FFF2-40B4-BE49-F238E27FC236}">
                <a16:creationId xmlns:a16="http://schemas.microsoft.com/office/drawing/2014/main" id="{A759ADEE-313D-9A56-4082-FAC6545E28F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4126304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d431007ba2_0_2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d431007ba2_0_2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 i="1">
              <a:solidFill>
                <a:srgbClr val="595959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54dda1946d_6_3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54dda1946d_6_3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 title="bk1 glass.png"/>
          <p:cNvPicPr preferRelativeResize="0"/>
          <p:nvPr/>
        </p:nvPicPr>
        <p:blipFill rotWithShape="1">
          <a:blip r:embed="rId2">
            <a:alphaModFix/>
          </a:blip>
          <a:srcRect r="10"/>
          <a:stretch/>
        </p:blipFill>
        <p:spPr>
          <a:xfrm>
            <a:off x="0" y="-425"/>
            <a:ext cx="9144000" cy="5143924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228600" y="228600"/>
            <a:ext cx="5173800" cy="3088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228600" y="3469350"/>
            <a:ext cx="5173800" cy="144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oogle Shape;13;p3" title="bk2 blur.png"/>
          <p:cNvPicPr preferRelativeResize="0"/>
          <p:nvPr/>
        </p:nvPicPr>
        <p:blipFill rotWithShape="1">
          <a:blip r:embed="rId2">
            <a:alphaModFix/>
          </a:blip>
          <a:srcRect t="4662" r="4680"/>
          <a:stretch/>
        </p:blipFill>
        <p:spPr>
          <a:xfrm>
            <a:off x="0" y="-212"/>
            <a:ext cx="9144000" cy="5143924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899650" y="228600"/>
            <a:ext cx="5015700" cy="1064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3600"/>
              <a:buNone/>
              <a:defRPr sz="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title" idx="2" hasCustomPrompt="1"/>
          </p:nvPr>
        </p:nvSpPr>
        <p:spPr>
          <a:xfrm>
            <a:off x="7263500" y="3910775"/>
            <a:ext cx="1652100" cy="9780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6" name="Google Shape;16;p3"/>
          <p:cNvSpPr txBox="1">
            <a:spLocks noGrp="1"/>
          </p:cNvSpPr>
          <p:nvPr>
            <p:ph type="subTitle" idx="1"/>
          </p:nvPr>
        </p:nvSpPr>
        <p:spPr>
          <a:xfrm>
            <a:off x="3899900" y="1445825"/>
            <a:ext cx="5015700" cy="106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5576325" y="3288188"/>
            <a:ext cx="2530500" cy="52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 sz="1000"/>
            </a:lvl1pPr>
            <a:lvl2pPr marL="914400" lvl="1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2pPr>
            <a:lvl3pPr marL="1371600" lvl="2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3pPr>
            <a:lvl4pPr marL="1828800" lvl="3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4pPr>
            <a:lvl5pPr marL="2286000" lvl="4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5pPr>
            <a:lvl6pPr marL="2743200" lvl="5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6pPr>
            <a:lvl7pPr marL="3200400" lvl="6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7pPr>
            <a:lvl8pPr marL="3657600" lvl="7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8pPr>
            <a:lvl9pPr marL="4114800" lvl="8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title"/>
          </p:nvPr>
        </p:nvSpPr>
        <p:spPr>
          <a:xfrm>
            <a:off x="228600" y="228600"/>
            <a:ext cx="8686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subTitle" idx="1"/>
          </p:nvPr>
        </p:nvSpPr>
        <p:spPr>
          <a:xfrm>
            <a:off x="3570775" y="2945550"/>
            <a:ext cx="2640000" cy="1969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subTitle" idx="2"/>
          </p:nvPr>
        </p:nvSpPr>
        <p:spPr>
          <a:xfrm>
            <a:off x="228600" y="2945550"/>
            <a:ext cx="2640000" cy="1969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subTitle" idx="3"/>
          </p:nvPr>
        </p:nvSpPr>
        <p:spPr>
          <a:xfrm>
            <a:off x="228600" y="1915025"/>
            <a:ext cx="2640000" cy="1030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1800" b="1">
                <a:solidFill>
                  <a:schemeClr val="dk2"/>
                </a:solidFill>
                <a:latin typeface="Rethink Sans"/>
                <a:ea typeface="Rethink Sans"/>
                <a:cs typeface="Rethink Sans"/>
                <a:sym typeface="Rethink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ubTitle" idx="4"/>
          </p:nvPr>
        </p:nvSpPr>
        <p:spPr>
          <a:xfrm>
            <a:off x="3570790" y="1915025"/>
            <a:ext cx="2640000" cy="1030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1800" b="1">
                <a:solidFill>
                  <a:schemeClr val="dk2"/>
                </a:solidFill>
                <a:latin typeface="Rethink Sans"/>
                <a:ea typeface="Rethink Sans"/>
                <a:cs typeface="Rethink Sans"/>
                <a:sym typeface="Rethink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title"/>
          </p:nvPr>
        </p:nvSpPr>
        <p:spPr>
          <a:xfrm>
            <a:off x="228600" y="228600"/>
            <a:ext cx="8686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>
            <a:spLocks noGrp="1"/>
          </p:cNvSpPr>
          <p:nvPr>
            <p:ph type="title"/>
          </p:nvPr>
        </p:nvSpPr>
        <p:spPr>
          <a:xfrm>
            <a:off x="228600" y="228600"/>
            <a:ext cx="8686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subTitle" idx="1"/>
          </p:nvPr>
        </p:nvSpPr>
        <p:spPr>
          <a:xfrm>
            <a:off x="720000" y="1700300"/>
            <a:ext cx="3674100" cy="229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9pPr>
          </a:lstStyle>
          <a:p>
            <a:endParaRPr/>
          </a:p>
        </p:txBody>
      </p:sp>
      <p:sp>
        <p:nvSpPr>
          <p:cNvPr id="30" name="Google Shape;30;p7"/>
          <p:cNvSpPr>
            <a:spLocks noGrp="1"/>
          </p:cNvSpPr>
          <p:nvPr>
            <p:ph type="pic" idx="2"/>
          </p:nvPr>
        </p:nvSpPr>
        <p:spPr>
          <a:xfrm>
            <a:off x="5175575" y="1336375"/>
            <a:ext cx="3255300" cy="2982600"/>
          </a:xfrm>
          <a:prstGeom prst="rect">
            <a:avLst/>
          </a:prstGeom>
          <a:noFill/>
          <a:ln>
            <a:noFill/>
          </a:ln>
        </p:spPr>
      </p:sp>
      <p:sp>
        <p:nvSpPr>
          <p:cNvPr id="31" name="Google Shape;31;p7"/>
          <p:cNvSpPr txBox="1">
            <a:spLocks noGrp="1"/>
          </p:cNvSpPr>
          <p:nvPr>
            <p:ph type="title"/>
          </p:nvPr>
        </p:nvSpPr>
        <p:spPr>
          <a:xfrm>
            <a:off x="228600" y="228600"/>
            <a:ext cx="8686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Google Shape;33;p8" title="bk2 blur.png"/>
          <p:cNvPicPr preferRelativeResize="0"/>
          <p:nvPr/>
        </p:nvPicPr>
        <p:blipFill rotWithShape="1">
          <a:blip r:embed="rId2">
            <a:alphaModFix/>
          </a:blip>
          <a:srcRect t="4662" r="4680"/>
          <a:stretch/>
        </p:blipFill>
        <p:spPr>
          <a:xfrm>
            <a:off x="0" y="-212"/>
            <a:ext cx="9144000" cy="5143924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Google Shape;34;p8"/>
          <p:cNvSpPr txBox="1">
            <a:spLocks noGrp="1"/>
          </p:cNvSpPr>
          <p:nvPr>
            <p:ph type="title"/>
          </p:nvPr>
        </p:nvSpPr>
        <p:spPr>
          <a:xfrm>
            <a:off x="1768550" y="1307100"/>
            <a:ext cx="56070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Google Shape;36;p9" title="bk2 blur.png"/>
          <p:cNvPicPr preferRelativeResize="0"/>
          <p:nvPr/>
        </p:nvPicPr>
        <p:blipFill rotWithShape="1">
          <a:blip r:embed="rId2">
            <a:alphaModFix/>
          </a:blip>
          <a:srcRect t="4662" r="4680"/>
          <a:stretch/>
        </p:blipFill>
        <p:spPr>
          <a:xfrm>
            <a:off x="0" y="-212"/>
            <a:ext cx="9144000" cy="5143924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3523950" y="1655488"/>
            <a:ext cx="4872900" cy="116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65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3523950" y="2816913"/>
            <a:ext cx="4872900" cy="67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10"/>
          <p:cNvSpPr>
            <a:spLocks noGrp="1"/>
          </p:cNvSpPr>
          <p:nvPr>
            <p:ph type="pic" idx="2"/>
          </p:nvPr>
        </p:nvSpPr>
        <p:spPr>
          <a:xfrm>
            <a:off x="-25" y="-13725"/>
            <a:ext cx="9144000" cy="5157300"/>
          </a:xfrm>
          <a:prstGeom prst="rect">
            <a:avLst/>
          </a:prstGeom>
          <a:noFill/>
          <a:ln>
            <a:noFill/>
          </a:ln>
        </p:spPr>
      </p:sp>
      <p:sp>
        <p:nvSpPr>
          <p:cNvPr id="41" name="Google Shape;41;p10"/>
          <p:cNvSpPr txBox="1">
            <a:spLocks noGrp="1"/>
          </p:cNvSpPr>
          <p:nvPr>
            <p:ph type="title"/>
          </p:nvPr>
        </p:nvSpPr>
        <p:spPr>
          <a:xfrm>
            <a:off x="720000" y="4014450"/>
            <a:ext cx="7704000" cy="5727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Google Shape;43;p11" title="bk3 blur.png"/>
          <p:cNvPicPr preferRelativeResize="0"/>
          <p:nvPr/>
        </p:nvPicPr>
        <p:blipFill rotWithShape="1">
          <a:blip r:embed="rId2">
            <a:alphaModFix/>
          </a:blip>
          <a:srcRect r="10"/>
          <a:stretch/>
        </p:blipFill>
        <p:spPr>
          <a:xfrm>
            <a:off x="0" y="-425"/>
            <a:ext cx="9144000" cy="5143924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11"/>
          <p:cNvSpPr txBox="1">
            <a:spLocks noGrp="1"/>
          </p:cNvSpPr>
          <p:nvPr>
            <p:ph type="title" hasCustomPrompt="1"/>
          </p:nvPr>
        </p:nvSpPr>
        <p:spPr>
          <a:xfrm>
            <a:off x="1284000" y="1283550"/>
            <a:ext cx="5528700" cy="1716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600"/>
              <a:buNone/>
              <a:defRPr sz="60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600"/>
              <a:buNone/>
              <a:defRPr sz="9600"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600"/>
              <a:buNone/>
              <a:defRPr sz="9600"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600"/>
              <a:buNone/>
              <a:defRPr sz="9600"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600"/>
              <a:buNone/>
              <a:defRPr sz="9600"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600"/>
              <a:buNone/>
              <a:defRPr sz="9600"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600"/>
              <a:buNone/>
              <a:defRPr sz="9600"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600"/>
              <a:buNone/>
              <a:defRPr sz="9600"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600"/>
              <a:buNone/>
              <a:defRPr sz="9600">
                <a:solidFill>
                  <a:schemeClr val="accen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45" name="Google Shape;45;p11"/>
          <p:cNvSpPr txBox="1">
            <a:spLocks noGrp="1"/>
          </p:cNvSpPr>
          <p:nvPr>
            <p:ph type="subTitle" idx="1"/>
          </p:nvPr>
        </p:nvSpPr>
        <p:spPr>
          <a:xfrm>
            <a:off x="1284000" y="3000100"/>
            <a:ext cx="5528700" cy="49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1_1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3"/>
          <p:cNvSpPr txBox="1">
            <a:spLocks noGrp="1"/>
          </p:cNvSpPr>
          <p:nvPr>
            <p:ph type="title"/>
          </p:nvPr>
        </p:nvSpPr>
        <p:spPr>
          <a:xfrm>
            <a:off x="228600" y="228600"/>
            <a:ext cx="8686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3"/>
          <p:cNvSpPr txBox="1">
            <a:spLocks noGrp="1"/>
          </p:cNvSpPr>
          <p:nvPr>
            <p:ph type="subTitle" idx="1"/>
          </p:nvPr>
        </p:nvSpPr>
        <p:spPr>
          <a:xfrm>
            <a:off x="228600" y="1556265"/>
            <a:ext cx="3608400" cy="492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Light"/>
              <a:buNone/>
              <a:defRPr sz="1800">
                <a:solidFill>
                  <a:schemeClr val="dk2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2000"/>
              <a:buFont typeface="IBM Plex Sans Light"/>
              <a:buNone/>
              <a:defRPr sz="2000">
                <a:latin typeface="IBM Plex Sans Light"/>
                <a:ea typeface="IBM Plex Sans Light"/>
                <a:cs typeface="IBM Plex Sans Light"/>
                <a:sym typeface="IBM Plex Sans Light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SzPts val="2000"/>
              <a:buFont typeface="IBM Plex Sans Light"/>
              <a:buNone/>
              <a:defRPr sz="2000">
                <a:latin typeface="IBM Plex Sans Light"/>
                <a:ea typeface="IBM Plex Sans Light"/>
                <a:cs typeface="IBM Plex Sans Light"/>
                <a:sym typeface="IBM Plex Sans Light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SzPts val="2000"/>
              <a:buFont typeface="IBM Plex Sans Light"/>
              <a:buNone/>
              <a:defRPr sz="2000">
                <a:latin typeface="IBM Plex Sans Light"/>
                <a:ea typeface="IBM Plex Sans Light"/>
                <a:cs typeface="IBM Plex Sans Light"/>
                <a:sym typeface="IBM Plex Sans Light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SzPts val="2000"/>
              <a:buFont typeface="IBM Plex Sans Light"/>
              <a:buNone/>
              <a:defRPr sz="2000">
                <a:latin typeface="IBM Plex Sans Light"/>
                <a:ea typeface="IBM Plex Sans Light"/>
                <a:cs typeface="IBM Plex Sans Light"/>
                <a:sym typeface="IBM Plex Sans Light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SzPts val="2000"/>
              <a:buFont typeface="IBM Plex Sans Light"/>
              <a:buNone/>
              <a:defRPr sz="2000">
                <a:latin typeface="IBM Plex Sans Light"/>
                <a:ea typeface="IBM Plex Sans Light"/>
                <a:cs typeface="IBM Plex Sans Light"/>
                <a:sym typeface="IBM Plex Sans Light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SzPts val="2000"/>
              <a:buFont typeface="IBM Plex Sans Light"/>
              <a:buNone/>
              <a:defRPr sz="2000">
                <a:latin typeface="IBM Plex Sans Light"/>
                <a:ea typeface="IBM Plex Sans Light"/>
                <a:cs typeface="IBM Plex Sans Light"/>
                <a:sym typeface="IBM Plex Sans Light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SzPts val="2000"/>
              <a:buFont typeface="IBM Plex Sans Light"/>
              <a:buNone/>
              <a:defRPr sz="2000">
                <a:latin typeface="IBM Plex Sans Light"/>
                <a:ea typeface="IBM Plex Sans Light"/>
                <a:cs typeface="IBM Plex Sans Light"/>
                <a:sym typeface="IBM Plex Sans Light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SzPts val="2000"/>
              <a:buFont typeface="IBM Plex Sans Light"/>
              <a:buNone/>
              <a:defRPr sz="2000">
                <a:latin typeface="IBM Plex Sans Light"/>
                <a:ea typeface="IBM Plex Sans Light"/>
                <a:cs typeface="IBM Plex Sans Light"/>
                <a:sym typeface="IBM Plex Sans Light"/>
              </a:defRPr>
            </a:lvl9pPr>
          </a:lstStyle>
          <a:p>
            <a:endParaRPr/>
          </a:p>
        </p:txBody>
      </p:sp>
      <p:sp>
        <p:nvSpPr>
          <p:cNvPr id="50" name="Google Shape;50;p13"/>
          <p:cNvSpPr txBox="1">
            <a:spLocks noGrp="1"/>
          </p:cNvSpPr>
          <p:nvPr>
            <p:ph type="subTitle" idx="2"/>
          </p:nvPr>
        </p:nvSpPr>
        <p:spPr>
          <a:xfrm>
            <a:off x="228600" y="2478304"/>
            <a:ext cx="3608400" cy="492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3"/>
          <p:cNvSpPr txBox="1">
            <a:spLocks noGrp="1"/>
          </p:cNvSpPr>
          <p:nvPr>
            <p:ph type="subTitle" idx="3"/>
          </p:nvPr>
        </p:nvSpPr>
        <p:spPr>
          <a:xfrm>
            <a:off x="228600" y="4322319"/>
            <a:ext cx="3608400" cy="492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subTitle" idx="4"/>
          </p:nvPr>
        </p:nvSpPr>
        <p:spPr>
          <a:xfrm>
            <a:off x="4045325" y="3400332"/>
            <a:ext cx="3608400" cy="492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subTitle" idx="5"/>
          </p:nvPr>
        </p:nvSpPr>
        <p:spPr>
          <a:xfrm>
            <a:off x="4045325" y="2478304"/>
            <a:ext cx="3608400" cy="492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13"/>
          <p:cNvSpPr txBox="1">
            <a:spLocks noGrp="1"/>
          </p:cNvSpPr>
          <p:nvPr>
            <p:ph type="subTitle" idx="6"/>
          </p:nvPr>
        </p:nvSpPr>
        <p:spPr>
          <a:xfrm>
            <a:off x="228600" y="3400332"/>
            <a:ext cx="3608400" cy="492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7"/>
          </p:nvPr>
        </p:nvSpPr>
        <p:spPr>
          <a:xfrm>
            <a:off x="4045325" y="1556265"/>
            <a:ext cx="3608400" cy="492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3"/>
          <p:cNvSpPr txBox="1">
            <a:spLocks noGrp="1"/>
          </p:cNvSpPr>
          <p:nvPr>
            <p:ph type="title" idx="8" hasCustomPrompt="1"/>
          </p:nvPr>
        </p:nvSpPr>
        <p:spPr>
          <a:xfrm>
            <a:off x="228600" y="4044116"/>
            <a:ext cx="865800" cy="310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25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7" name="Google Shape;57;p13"/>
          <p:cNvSpPr txBox="1">
            <a:spLocks noGrp="1"/>
          </p:cNvSpPr>
          <p:nvPr>
            <p:ph type="title" idx="9" hasCustomPrompt="1"/>
          </p:nvPr>
        </p:nvSpPr>
        <p:spPr>
          <a:xfrm>
            <a:off x="228600" y="2200056"/>
            <a:ext cx="865800" cy="310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25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8" name="Google Shape;58;p13"/>
          <p:cNvSpPr txBox="1">
            <a:spLocks noGrp="1"/>
          </p:cNvSpPr>
          <p:nvPr>
            <p:ph type="title" idx="13" hasCustomPrompt="1"/>
          </p:nvPr>
        </p:nvSpPr>
        <p:spPr>
          <a:xfrm>
            <a:off x="4045325" y="1278037"/>
            <a:ext cx="865800" cy="310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25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9" name="Google Shape;59;p13"/>
          <p:cNvSpPr txBox="1">
            <a:spLocks noGrp="1"/>
          </p:cNvSpPr>
          <p:nvPr>
            <p:ph type="title" idx="14" hasCustomPrompt="1"/>
          </p:nvPr>
        </p:nvSpPr>
        <p:spPr>
          <a:xfrm>
            <a:off x="4045325" y="2200063"/>
            <a:ext cx="865800" cy="310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25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0" name="Google Shape;60;p13"/>
          <p:cNvSpPr txBox="1">
            <a:spLocks noGrp="1"/>
          </p:cNvSpPr>
          <p:nvPr>
            <p:ph type="title" idx="15" hasCustomPrompt="1"/>
          </p:nvPr>
        </p:nvSpPr>
        <p:spPr>
          <a:xfrm>
            <a:off x="228600" y="1278326"/>
            <a:ext cx="865800" cy="310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2500">
                <a:solidFill>
                  <a:schemeClr val="accen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61" name="Google Shape;61;p13"/>
          <p:cNvSpPr txBox="1">
            <a:spLocks noGrp="1"/>
          </p:cNvSpPr>
          <p:nvPr>
            <p:ph type="title" idx="16" hasCustomPrompt="1"/>
          </p:nvPr>
        </p:nvSpPr>
        <p:spPr>
          <a:xfrm>
            <a:off x="228600" y="3122086"/>
            <a:ext cx="865800" cy="31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2500">
                <a:solidFill>
                  <a:schemeClr val="accen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62" name="Google Shape;62;p13"/>
          <p:cNvSpPr txBox="1">
            <a:spLocks noGrp="1"/>
          </p:cNvSpPr>
          <p:nvPr>
            <p:ph type="title" idx="17" hasCustomPrompt="1"/>
          </p:nvPr>
        </p:nvSpPr>
        <p:spPr>
          <a:xfrm>
            <a:off x="4045325" y="3122089"/>
            <a:ext cx="865800" cy="310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25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3" name="Google Shape;63;p13"/>
          <p:cNvSpPr txBox="1">
            <a:spLocks noGrp="1"/>
          </p:cNvSpPr>
          <p:nvPr>
            <p:ph type="subTitle" idx="18"/>
          </p:nvPr>
        </p:nvSpPr>
        <p:spPr>
          <a:xfrm>
            <a:off x="4045325" y="4322319"/>
            <a:ext cx="3608400" cy="492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3"/>
          <p:cNvSpPr txBox="1">
            <a:spLocks noGrp="1"/>
          </p:cNvSpPr>
          <p:nvPr>
            <p:ph type="title" idx="19" hasCustomPrompt="1"/>
          </p:nvPr>
        </p:nvSpPr>
        <p:spPr>
          <a:xfrm>
            <a:off x="4045325" y="4044115"/>
            <a:ext cx="865800" cy="310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25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20" title="bk1 glass.png"/>
          <p:cNvPicPr preferRelativeResize="0"/>
          <p:nvPr/>
        </p:nvPicPr>
        <p:blipFill rotWithShape="1">
          <a:blip r:embed="rId2">
            <a:alphaModFix/>
          </a:blip>
          <a:srcRect r="10"/>
          <a:stretch/>
        </p:blipFill>
        <p:spPr>
          <a:xfrm>
            <a:off x="0" y="-425"/>
            <a:ext cx="9144000" cy="51439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p21" title="bk2 blur.png"/>
          <p:cNvPicPr preferRelativeResize="0"/>
          <p:nvPr/>
        </p:nvPicPr>
        <p:blipFill rotWithShape="1">
          <a:blip r:embed="rId2">
            <a:alphaModFix/>
          </a:blip>
          <a:srcRect t="4662" r="4680"/>
          <a:stretch/>
        </p:blipFill>
        <p:spPr>
          <a:xfrm>
            <a:off x="0" y="-212"/>
            <a:ext cx="9144000" cy="51439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ethink Sans"/>
              <a:buNone/>
              <a:defRPr sz="3000" b="1">
                <a:solidFill>
                  <a:schemeClr val="dk1"/>
                </a:solidFill>
                <a:latin typeface="Rethink Sans"/>
                <a:ea typeface="Rethink Sans"/>
                <a:cs typeface="Rethink Sans"/>
                <a:sym typeface="Rethink Sans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ethink Sans"/>
              <a:buNone/>
              <a:defRPr sz="3000" b="1">
                <a:solidFill>
                  <a:schemeClr val="dk1"/>
                </a:solidFill>
                <a:latin typeface="Rethink Sans"/>
                <a:ea typeface="Rethink Sans"/>
                <a:cs typeface="Rethink Sans"/>
                <a:sym typeface="Rethink Sans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ethink Sans"/>
              <a:buNone/>
              <a:defRPr sz="3000" b="1">
                <a:solidFill>
                  <a:schemeClr val="dk1"/>
                </a:solidFill>
                <a:latin typeface="Rethink Sans"/>
                <a:ea typeface="Rethink Sans"/>
                <a:cs typeface="Rethink Sans"/>
                <a:sym typeface="Rethink Sans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ethink Sans"/>
              <a:buNone/>
              <a:defRPr sz="3000" b="1">
                <a:solidFill>
                  <a:schemeClr val="dk1"/>
                </a:solidFill>
                <a:latin typeface="Rethink Sans"/>
                <a:ea typeface="Rethink Sans"/>
                <a:cs typeface="Rethink Sans"/>
                <a:sym typeface="Rethink Sans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ethink Sans"/>
              <a:buNone/>
              <a:defRPr sz="3000" b="1">
                <a:solidFill>
                  <a:schemeClr val="dk1"/>
                </a:solidFill>
                <a:latin typeface="Rethink Sans"/>
                <a:ea typeface="Rethink Sans"/>
                <a:cs typeface="Rethink Sans"/>
                <a:sym typeface="Rethink Sans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ethink Sans"/>
              <a:buNone/>
              <a:defRPr sz="3000" b="1">
                <a:solidFill>
                  <a:schemeClr val="dk1"/>
                </a:solidFill>
                <a:latin typeface="Rethink Sans"/>
                <a:ea typeface="Rethink Sans"/>
                <a:cs typeface="Rethink Sans"/>
                <a:sym typeface="Rethink Sans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ethink Sans"/>
              <a:buNone/>
              <a:defRPr sz="3000" b="1">
                <a:solidFill>
                  <a:schemeClr val="dk1"/>
                </a:solidFill>
                <a:latin typeface="Rethink Sans"/>
                <a:ea typeface="Rethink Sans"/>
                <a:cs typeface="Rethink Sans"/>
                <a:sym typeface="Rethink Sans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ethink Sans"/>
              <a:buNone/>
              <a:defRPr sz="3000" b="1">
                <a:solidFill>
                  <a:schemeClr val="dk1"/>
                </a:solidFill>
                <a:latin typeface="Rethink Sans"/>
                <a:ea typeface="Rethink Sans"/>
                <a:cs typeface="Rethink Sans"/>
                <a:sym typeface="Rethink Sans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ethink Sans"/>
              <a:buNone/>
              <a:defRPr sz="3000" b="1">
                <a:solidFill>
                  <a:schemeClr val="dk1"/>
                </a:solidFill>
                <a:latin typeface="Rethink Sans"/>
                <a:ea typeface="Rethink Sans"/>
                <a:cs typeface="Rethink Sans"/>
                <a:sym typeface="Rethink Sans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tamaran"/>
              <a:buChar char="●"/>
              <a:defRPr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tamaran"/>
              <a:buChar char="○"/>
              <a:defRPr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tamaran"/>
              <a:buChar char="■"/>
              <a:defRPr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tamaran"/>
              <a:buChar char="●"/>
              <a:defRPr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tamaran"/>
              <a:buChar char="○"/>
              <a:defRPr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tamaran"/>
              <a:buChar char="■"/>
              <a:defRPr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tamaran"/>
              <a:buChar char="●"/>
              <a:defRPr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tamaran"/>
              <a:buChar char="○"/>
              <a:defRPr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tamaran"/>
              <a:buChar char="■"/>
              <a:defRPr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6" r:id="rId13"/>
    <p:sldLayoutId id="2147483667" r:id="rId14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6"/>
          <p:cNvSpPr txBox="1">
            <a:spLocks noGrp="1"/>
          </p:cNvSpPr>
          <p:nvPr>
            <p:ph type="ctrTitle"/>
          </p:nvPr>
        </p:nvSpPr>
        <p:spPr>
          <a:xfrm>
            <a:off x="228600" y="-271272"/>
            <a:ext cx="8403336" cy="3088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dirty="0"/>
              <a:t>Chatbot </a:t>
            </a:r>
            <a:r>
              <a:rPr lang="en-US" dirty="0" err="1"/>
              <a:t>Generador</a:t>
            </a:r>
            <a:r>
              <a:rPr lang="en-US" dirty="0"/>
              <a:t> de </a:t>
            </a:r>
            <a:r>
              <a:rPr lang="en-US" dirty="0" err="1"/>
              <a:t>Tareas</a:t>
            </a:r>
            <a:r>
              <a:rPr lang="en-US" dirty="0"/>
              <a:t> para Jira</a:t>
            </a:r>
            <a:endParaRPr dirty="0"/>
          </a:p>
        </p:txBody>
      </p:sp>
      <p:sp>
        <p:nvSpPr>
          <p:cNvPr id="119" name="Google Shape;119;p26"/>
          <p:cNvSpPr txBox="1">
            <a:spLocks noGrp="1"/>
          </p:cNvSpPr>
          <p:nvPr>
            <p:ph type="subTitle" idx="1"/>
          </p:nvPr>
        </p:nvSpPr>
        <p:spPr>
          <a:xfrm>
            <a:off x="228600" y="2969478"/>
            <a:ext cx="5173800" cy="144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s-ES" dirty="0"/>
              <a:t>Ing. González Daniel,  Ing. Guerra Michael</a:t>
            </a:r>
          </a:p>
          <a:p>
            <a:pPr marL="0" lvl="0" indent="0"/>
            <a:endParaRPr lang="es-ES" dirty="0"/>
          </a:p>
          <a:p>
            <a:pPr marL="0" lvl="0" indent="0"/>
            <a:endParaRPr lang="es-ES" sz="2000" b="1" dirty="0"/>
          </a:p>
          <a:p>
            <a:pPr marL="0" indent="0"/>
            <a:r>
              <a:rPr lang="es-ES" sz="2000" b="1" dirty="0"/>
              <a:t>Procesamiento de Lenguaje Natural </a:t>
            </a:r>
          </a:p>
          <a:p>
            <a:pPr marL="0" lvl="0" indent="0"/>
            <a:r>
              <a:rPr lang="en-US" sz="2000" dirty="0"/>
              <a:t>Dr. Luis Roberto Garcia</a:t>
            </a:r>
          </a:p>
        </p:txBody>
      </p:sp>
      <p:cxnSp>
        <p:nvCxnSpPr>
          <p:cNvPr id="120" name="Google Shape;120;p26"/>
          <p:cNvCxnSpPr/>
          <p:nvPr/>
        </p:nvCxnSpPr>
        <p:spPr>
          <a:xfrm>
            <a:off x="313775" y="2817078"/>
            <a:ext cx="4291800" cy="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32"/>
          <p:cNvSpPr txBox="1">
            <a:spLocks noGrp="1"/>
          </p:cNvSpPr>
          <p:nvPr>
            <p:ph type="subTitle" idx="2"/>
          </p:nvPr>
        </p:nvSpPr>
        <p:spPr>
          <a:xfrm>
            <a:off x="228600" y="2083531"/>
            <a:ext cx="3696629" cy="1969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s-ES" dirty="0"/>
              <a:t>Facilita la gestión de tareas en Jira sin necesidad de conocer la sintaxis JQL o navegar por la interfaz</a:t>
            </a:r>
          </a:p>
          <a:p>
            <a:pPr marL="0" lvl="0" indent="0"/>
            <a:endParaRPr lang="es-ES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s-ES" dirty="0"/>
              <a:t>Creación, búsqueda, modificación y transición de </a:t>
            </a:r>
            <a:r>
              <a:rPr lang="es-ES" dirty="0" err="1"/>
              <a:t>issues</a:t>
            </a:r>
            <a:r>
              <a:rPr lang="es-ES" dirty="0"/>
              <a:t> mediante conversación natural</a:t>
            </a:r>
            <a:endParaRPr dirty="0"/>
          </a:p>
        </p:txBody>
      </p:sp>
      <p:sp>
        <p:nvSpPr>
          <p:cNvPr id="215" name="Google Shape;215;p32"/>
          <p:cNvSpPr txBox="1">
            <a:spLocks noGrp="1"/>
          </p:cNvSpPr>
          <p:nvPr>
            <p:ph type="subTitle" idx="3"/>
          </p:nvPr>
        </p:nvSpPr>
        <p:spPr>
          <a:xfrm>
            <a:off x="313775" y="1012176"/>
            <a:ext cx="4038600" cy="1030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es-ES" dirty="0" err="1"/>
              <a:t>Chatbot</a:t>
            </a:r>
            <a:r>
              <a:rPr lang="es-ES" dirty="0"/>
              <a:t> inteligente que interactúe con Jira mediante lenguaje natural</a:t>
            </a:r>
            <a:endParaRPr dirty="0"/>
          </a:p>
        </p:txBody>
      </p:sp>
      <p:cxnSp>
        <p:nvCxnSpPr>
          <p:cNvPr id="217" name="Google Shape;217;p32"/>
          <p:cNvCxnSpPr/>
          <p:nvPr/>
        </p:nvCxnSpPr>
        <p:spPr>
          <a:xfrm>
            <a:off x="313775" y="957250"/>
            <a:ext cx="8518200" cy="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" name="Google Shape;215;p32">
            <a:extLst>
              <a:ext uri="{FF2B5EF4-FFF2-40B4-BE49-F238E27FC236}">
                <a16:creationId xmlns:a16="http://schemas.microsoft.com/office/drawing/2014/main" id="{84B4C982-C1B6-351C-9199-AEC6A623411F}"/>
              </a:ext>
            </a:extLst>
          </p:cNvPr>
          <p:cNvSpPr txBox="1">
            <a:spLocks/>
          </p:cNvSpPr>
          <p:nvPr/>
        </p:nvSpPr>
        <p:spPr>
          <a:xfrm>
            <a:off x="313775" y="3884400"/>
            <a:ext cx="3416977" cy="103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>
              <a:lnSpc>
                <a:spcPct val="115000"/>
              </a:lnSpc>
              <a:buClr>
                <a:schemeClr val="dk1"/>
              </a:buClr>
              <a:buSzPts val="2400"/>
              <a:buFont typeface="DM Sans"/>
              <a:buNone/>
              <a:defRPr sz="1800" b="1">
                <a:solidFill>
                  <a:schemeClr val="dk2"/>
                </a:solidFill>
                <a:latin typeface="Rethink Sans"/>
                <a:ea typeface="Rethink Sans"/>
                <a:cs typeface="Rethink Sans"/>
                <a:sym typeface="Rethink Sans"/>
              </a:defRPr>
            </a:lvl1pPr>
            <a:lvl2pPr marL="914400" indent="-317500" algn="ctr">
              <a:buClr>
                <a:schemeClr val="dk1"/>
              </a:buClr>
              <a:buSzPts val="2400"/>
              <a:buFont typeface="DM Sans"/>
              <a:buNone/>
              <a:defRPr sz="24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L="1371600" indent="-317500" algn="ctr">
              <a:buClr>
                <a:schemeClr val="dk1"/>
              </a:buClr>
              <a:buSzPts val="2400"/>
              <a:buFont typeface="DM Sans"/>
              <a:buNone/>
              <a:defRPr sz="24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L="1828800" indent="-317500" algn="ctr">
              <a:buClr>
                <a:schemeClr val="dk1"/>
              </a:buClr>
              <a:buSzPts val="2400"/>
              <a:buFont typeface="DM Sans"/>
              <a:buNone/>
              <a:defRPr sz="24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L="2286000" indent="-317500" algn="ctr">
              <a:buClr>
                <a:schemeClr val="dk1"/>
              </a:buClr>
              <a:buSzPts val="2400"/>
              <a:buFont typeface="DM Sans"/>
              <a:buNone/>
              <a:defRPr sz="24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L="2743200" indent="-317500" algn="ctr">
              <a:buClr>
                <a:schemeClr val="dk1"/>
              </a:buClr>
              <a:buSzPts val="2400"/>
              <a:buFont typeface="DM Sans"/>
              <a:buNone/>
              <a:defRPr sz="24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L="3200400" indent="-317500" algn="ctr">
              <a:buClr>
                <a:schemeClr val="dk1"/>
              </a:buClr>
              <a:buSzPts val="2400"/>
              <a:buFont typeface="DM Sans"/>
              <a:buNone/>
              <a:defRPr sz="24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L="3657600" indent="-317500" algn="ctr">
              <a:buClr>
                <a:schemeClr val="dk1"/>
              </a:buClr>
              <a:buSzPts val="2400"/>
              <a:buFont typeface="DM Sans"/>
              <a:buNone/>
              <a:defRPr sz="24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L="4114800" indent="-317500" algn="ctr">
              <a:buClr>
                <a:schemeClr val="dk1"/>
              </a:buClr>
              <a:buSzPts val="2400"/>
              <a:buFont typeface="DM Sans"/>
              <a:buNone/>
              <a:defRPr sz="24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r>
              <a:rPr lang="en-US" altLang="en-US" dirty="0"/>
              <a:t>Vulnerable a </a:t>
            </a:r>
            <a:r>
              <a:rPr lang="en-US" altLang="en-US" dirty="0" err="1"/>
              <a:t>manipulación</a:t>
            </a:r>
            <a:r>
              <a:rPr lang="en-US" altLang="en-US" dirty="0"/>
              <a:t> </a:t>
            </a:r>
            <a:r>
              <a:rPr lang="en-US" altLang="en-US" dirty="0" err="1"/>
              <a:t>mediante</a:t>
            </a:r>
            <a:r>
              <a:rPr lang="en-US" altLang="en-US" dirty="0"/>
              <a:t> </a:t>
            </a:r>
            <a:r>
              <a:rPr lang="en-US" altLang="en-US" dirty="0" err="1"/>
              <a:t>lenguaje</a:t>
            </a:r>
            <a:r>
              <a:rPr lang="en-US" altLang="en-US" dirty="0"/>
              <a:t> natura </a:t>
            </a:r>
          </a:p>
        </p:txBody>
      </p:sp>
      <p:sp>
        <p:nvSpPr>
          <p:cNvPr id="14" name="Google Shape;274;p36">
            <a:extLst>
              <a:ext uri="{FF2B5EF4-FFF2-40B4-BE49-F238E27FC236}">
                <a16:creationId xmlns:a16="http://schemas.microsoft.com/office/drawing/2014/main" id="{5C7AACA4-C591-0655-329A-156C57A5C700}"/>
              </a:ext>
            </a:extLst>
          </p:cNvPr>
          <p:cNvSpPr txBox="1">
            <a:spLocks/>
          </p:cNvSpPr>
          <p:nvPr/>
        </p:nvSpPr>
        <p:spPr>
          <a:xfrm>
            <a:off x="6049613" y="1368675"/>
            <a:ext cx="2498990" cy="50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0" indent="0" algn="r">
              <a:lnSpc>
                <a:spcPct val="115000"/>
              </a:lnSpc>
              <a:buClr>
                <a:schemeClr val="dk1"/>
              </a:buClr>
              <a:buSzPts val="1400"/>
              <a:buFont typeface="Catamaran"/>
              <a:buNone/>
              <a:defRPr sz="1600" b="1">
                <a:solidFill>
                  <a:schemeClr val="dk2"/>
                </a:solidFill>
                <a:latin typeface="Rethink Sans"/>
                <a:ea typeface="Rethink Sans"/>
                <a:cs typeface="Rethink Sans"/>
              </a:defRPr>
            </a:lvl1pPr>
            <a:lvl2pPr marL="914400" indent="-317500">
              <a:lnSpc>
                <a:spcPct val="115000"/>
              </a:lnSpc>
              <a:buClr>
                <a:schemeClr val="dk1"/>
              </a:buClr>
              <a:buSzPts val="1400"/>
              <a:buFont typeface="Catamaran"/>
              <a:buChar char="○"/>
              <a:defRPr>
                <a:solidFill>
                  <a:schemeClr val="dk1"/>
                </a:solidFill>
                <a:latin typeface="Catamaran"/>
                <a:ea typeface="Catamaran"/>
                <a:cs typeface="Catamaran"/>
              </a:defRPr>
            </a:lvl2pPr>
            <a:lvl3pPr marL="1371600" indent="-317500">
              <a:lnSpc>
                <a:spcPct val="115000"/>
              </a:lnSpc>
              <a:buClr>
                <a:schemeClr val="dk1"/>
              </a:buClr>
              <a:buSzPts val="1400"/>
              <a:buFont typeface="Catamaran"/>
              <a:buChar char="■"/>
              <a:defRPr>
                <a:solidFill>
                  <a:schemeClr val="dk1"/>
                </a:solidFill>
                <a:latin typeface="Catamaran"/>
                <a:ea typeface="Catamaran"/>
                <a:cs typeface="Catamaran"/>
              </a:defRPr>
            </a:lvl3pPr>
            <a:lvl4pPr marL="1828800" indent="-317500">
              <a:lnSpc>
                <a:spcPct val="115000"/>
              </a:lnSpc>
              <a:buClr>
                <a:schemeClr val="dk1"/>
              </a:buClr>
              <a:buSzPts val="1400"/>
              <a:buFont typeface="Catamaran"/>
              <a:buChar char="●"/>
              <a:defRPr>
                <a:solidFill>
                  <a:schemeClr val="dk1"/>
                </a:solidFill>
                <a:latin typeface="Catamaran"/>
                <a:ea typeface="Catamaran"/>
                <a:cs typeface="Catamaran"/>
              </a:defRPr>
            </a:lvl4pPr>
            <a:lvl5pPr marL="2286000" indent="-317500">
              <a:lnSpc>
                <a:spcPct val="115000"/>
              </a:lnSpc>
              <a:buClr>
                <a:schemeClr val="dk1"/>
              </a:buClr>
              <a:buSzPts val="1400"/>
              <a:buFont typeface="Catamaran"/>
              <a:buChar char="○"/>
              <a:defRPr>
                <a:solidFill>
                  <a:schemeClr val="dk1"/>
                </a:solidFill>
                <a:latin typeface="Catamaran"/>
                <a:ea typeface="Catamaran"/>
                <a:cs typeface="Catamaran"/>
              </a:defRPr>
            </a:lvl5pPr>
            <a:lvl6pPr marL="2743200" indent="-317500">
              <a:lnSpc>
                <a:spcPct val="115000"/>
              </a:lnSpc>
              <a:buClr>
                <a:schemeClr val="dk1"/>
              </a:buClr>
              <a:buSzPts val="1400"/>
              <a:buFont typeface="Catamaran"/>
              <a:buChar char="■"/>
              <a:defRPr>
                <a:solidFill>
                  <a:schemeClr val="dk1"/>
                </a:solidFill>
                <a:latin typeface="Catamaran"/>
                <a:ea typeface="Catamaran"/>
                <a:cs typeface="Catamaran"/>
              </a:defRPr>
            </a:lvl6pPr>
            <a:lvl7pPr marL="3200400" indent="-317500">
              <a:lnSpc>
                <a:spcPct val="115000"/>
              </a:lnSpc>
              <a:buClr>
                <a:schemeClr val="dk1"/>
              </a:buClr>
              <a:buSzPts val="1400"/>
              <a:buFont typeface="Catamaran"/>
              <a:buChar char="●"/>
              <a:defRPr>
                <a:solidFill>
                  <a:schemeClr val="dk1"/>
                </a:solidFill>
                <a:latin typeface="Catamaran"/>
                <a:ea typeface="Catamaran"/>
                <a:cs typeface="Catamaran"/>
              </a:defRPr>
            </a:lvl7pPr>
            <a:lvl8pPr marL="3657600" indent="-317500">
              <a:lnSpc>
                <a:spcPct val="115000"/>
              </a:lnSpc>
              <a:buClr>
                <a:schemeClr val="dk1"/>
              </a:buClr>
              <a:buSzPts val="1400"/>
              <a:buFont typeface="Catamaran"/>
              <a:buChar char="○"/>
              <a:defRPr>
                <a:solidFill>
                  <a:schemeClr val="dk1"/>
                </a:solidFill>
                <a:latin typeface="Catamaran"/>
                <a:ea typeface="Catamaran"/>
                <a:cs typeface="Catamaran"/>
              </a:defRPr>
            </a:lvl8pPr>
            <a:lvl9pPr marL="4114800" indent="-317500">
              <a:lnSpc>
                <a:spcPct val="115000"/>
              </a:lnSpc>
              <a:buClr>
                <a:schemeClr val="dk1"/>
              </a:buClr>
              <a:buSzPts val="1400"/>
              <a:buFont typeface="Catamaran"/>
              <a:buChar char="■"/>
              <a:defRPr>
                <a:solidFill>
                  <a:schemeClr val="dk1"/>
                </a:solidFill>
                <a:latin typeface="Catamaran"/>
                <a:ea typeface="Catamaran"/>
                <a:cs typeface="Catamaran"/>
              </a:defRPr>
            </a:lvl9pPr>
          </a:lstStyle>
          <a:p>
            <a:r>
              <a:rPr lang="en-US" dirty="0" err="1"/>
              <a:t>ChatJiraAnthropic</a:t>
            </a:r>
            <a:r>
              <a:rPr lang="en-US" dirty="0"/>
              <a:t>  </a:t>
            </a:r>
            <a:endParaRPr lang="en-US" dirty="0">
              <a:sym typeface="Rethink Sans"/>
            </a:endParaRPr>
          </a:p>
        </p:txBody>
      </p:sp>
      <p:sp>
        <p:nvSpPr>
          <p:cNvPr id="19" name="Google Shape;280;p36">
            <a:extLst>
              <a:ext uri="{FF2B5EF4-FFF2-40B4-BE49-F238E27FC236}">
                <a16:creationId xmlns:a16="http://schemas.microsoft.com/office/drawing/2014/main" id="{BA1BA9C3-DA5E-19E2-9A07-895D76CA4EC5}"/>
              </a:ext>
            </a:extLst>
          </p:cNvPr>
          <p:cNvSpPr txBox="1">
            <a:spLocks/>
          </p:cNvSpPr>
          <p:nvPr/>
        </p:nvSpPr>
        <p:spPr>
          <a:xfrm>
            <a:off x="5549429" y="2293742"/>
            <a:ext cx="2999700" cy="50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0" indent="0" algn="r">
              <a:lnSpc>
                <a:spcPct val="115000"/>
              </a:lnSpc>
              <a:buClr>
                <a:schemeClr val="dk1"/>
              </a:buClr>
              <a:buSzPts val="1400"/>
              <a:buFont typeface="Catamaran"/>
              <a:buNone/>
              <a:defRPr sz="1600" b="1">
                <a:solidFill>
                  <a:schemeClr val="dk2"/>
                </a:solidFill>
                <a:latin typeface="Rethink Sans"/>
                <a:ea typeface="Rethink Sans"/>
                <a:cs typeface="Rethink Sans"/>
              </a:defRPr>
            </a:lvl1pPr>
            <a:lvl2pPr marL="914400" indent="-317500">
              <a:lnSpc>
                <a:spcPct val="115000"/>
              </a:lnSpc>
              <a:buClr>
                <a:schemeClr val="dk1"/>
              </a:buClr>
              <a:buSzPts val="1400"/>
              <a:buFont typeface="Catamaran"/>
              <a:buChar char="○"/>
              <a:defRPr>
                <a:solidFill>
                  <a:schemeClr val="dk1"/>
                </a:solidFill>
                <a:latin typeface="Catamaran"/>
                <a:ea typeface="Catamaran"/>
                <a:cs typeface="Catamaran"/>
              </a:defRPr>
            </a:lvl2pPr>
            <a:lvl3pPr marL="1371600" indent="-317500">
              <a:lnSpc>
                <a:spcPct val="115000"/>
              </a:lnSpc>
              <a:buClr>
                <a:schemeClr val="dk1"/>
              </a:buClr>
              <a:buSzPts val="1400"/>
              <a:buFont typeface="Catamaran"/>
              <a:buChar char="■"/>
              <a:defRPr>
                <a:solidFill>
                  <a:schemeClr val="dk1"/>
                </a:solidFill>
                <a:latin typeface="Catamaran"/>
                <a:ea typeface="Catamaran"/>
                <a:cs typeface="Catamaran"/>
              </a:defRPr>
            </a:lvl3pPr>
            <a:lvl4pPr marL="1828800" indent="-317500">
              <a:lnSpc>
                <a:spcPct val="115000"/>
              </a:lnSpc>
              <a:buClr>
                <a:schemeClr val="dk1"/>
              </a:buClr>
              <a:buSzPts val="1400"/>
              <a:buFont typeface="Catamaran"/>
              <a:buChar char="●"/>
              <a:defRPr>
                <a:solidFill>
                  <a:schemeClr val="dk1"/>
                </a:solidFill>
                <a:latin typeface="Catamaran"/>
                <a:ea typeface="Catamaran"/>
                <a:cs typeface="Catamaran"/>
              </a:defRPr>
            </a:lvl4pPr>
            <a:lvl5pPr marL="2286000" indent="-317500">
              <a:lnSpc>
                <a:spcPct val="115000"/>
              </a:lnSpc>
              <a:buClr>
                <a:schemeClr val="dk1"/>
              </a:buClr>
              <a:buSzPts val="1400"/>
              <a:buFont typeface="Catamaran"/>
              <a:buChar char="○"/>
              <a:defRPr>
                <a:solidFill>
                  <a:schemeClr val="dk1"/>
                </a:solidFill>
                <a:latin typeface="Catamaran"/>
                <a:ea typeface="Catamaran"/>
                <a:cs typeface="Catamaran"/>
              </a:defRPr>
            </a:lvl5pPr>
            <a:lvl6pPr marL="2743200" indent="-317500">
              <a:lnSpc>
                <a:spcPct val="115000"/>
              </a:lnSpc>
              <a:buClr>
                <a:schemeClr val="dk1"/>
              </a:buClr>
              <a:buSzPts val="1400"/>
              <a:buFont typeface="Catamaran"/>
              <a:buChar char="■"/>
              <a:defRPr>
                <a:solidFill>
                  <a:schemeClr val="dk1"/>
                </a:solidFill>
                <a:latin typeface="Catamaran"/>
                <a:ea typeface="Catamaran"/>
                <a:cs typeface="Catamaran"/>
              </a:defRPr>
            </a:lvl6pPr>
            <a:lvl7pPr marL="3200400" indent="-317500">
              <a:lnSpc>
                <a:spcPct val="115000"/>
              </a:lnSpc>
              <a:buClr>
                <a:schemeClr val="dk1"/>
              </a:buClr>
              <a:buSzPts val="1400"/>
              <a:buFont typeface="Catamaran"/>
              <a:buChar char="●"/>
              <a:defRPr>
                <a:solidFill>
                  <a:schemeClr val="dk1"/>
                </a:solidFill>
                <a:latin typeface="Catamaran"/>
                <a:ea typeface="Catamaran"/>
                <a:cs typeface="Catamaran"/>
              </a:defRPr>
            </a:lvl7pPr>
            <a:lvl8pPr marL="3657600" indent="-317500">
              <a:lnSpc>
                <a:spcPct val="115000"/>
              </a:lnSpc>
              <a:buClr>
                <a:schemeClr val="dk1"/>
              </a:buClr>
              <a:buSzPts val="1400"/>
              <a:buFont typeface="Catamaran"/>
              <a:buChar char="○"/>
              <a:defRPr>
                <a:solidFill>
                  <a:schemeClr val="dk1"/>
                </a:solidFill>
                <a:latin typeface="Catamaran"/>
                <a:ea typeface="Catamaran"/>
                <a:cs typeface="Catamaran"/>
              </a:defRPr>
            </a:lvl8pPr>
            <a:lvl9pPr marL="4114800" indent="-317500">
              <a:lnSpc>
                <a:spcPct val="115000"/>
              </a:lnSpc>
              <a:buClr>
                <a:schemeClr val="dk1"/>
              </a:buClr>
              <a:buSzPts val="1400"/>
              <a:buFont typeface="Catamaran"/>
              <a:buChar char="■"/>
              <a:defRPr>
                <a:solidFill>
                  <a:schemeClr val="dk1"/>
                </a:solidFill>
                <a:latin typeface="Catamaran"/>
                <a:ea typeface="Catamaran"/>
                <a:cs typeface="Catamaran"/>
              </a:defRPr>
            </a:lvl9pPr>
          </a:lstStyle>
          <a:p>
            <a:r>
              <a:rPr lang="en-US" dirty="0"/>
              <a:t>Anthropic API</a:t>
            </a:r>
          </a:p>
          <a:p>
            <a:r>
              <a:rPr lang="en-US" dirty="0"/>
              <a:t> (Claude Sonnet) </a:t>
            </a:r>
            <a:endParaRPr lang="en-US" dirty="0">
              <a:sym typeface="Rethink Sans"/>
            </a:endParaRPr>
          </a:p>
        </p:txBody>
      </p:sp>
      <p:sp>
        <p:nvSpPr>
          <p:cNvPr id="23" name="Google Shape;285;p36">
            <a:extLst>
              <a:ext uri="{FF2B5EF4-FFF2-40B4-BE49-F238E27FC236}">
                <a16:creationId xmlns:a16="http://schemas.microsoft.com/office/drawing/2014/main" id="{F70791C9-3667-8381-E8BE-50D4CAE4014A}"/>
              </a:ext>
            </a:extLst>
          </p:cNvPr>
          <p:cNvSpPr txBox="1">
            <a:spLocks/>
          </p:cNvSpPr>
          <p:nvPr/>
        </p:nvSpPr>
        <p:spPr>
          <a:xfrm>
            <a:off x="6469603" y="3218808"/>
            <a:ext cx="2079000" cy="50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0" indent="0" algn="r">
              <a:lnSpc>
                <a:spcPct val="115000"/>
              </a:lnSpc>
              <a:buClr>
                <a:schemeClr val="dk1"/>
              </a:buClr>
              <a:buSzPts val="1400"/>
              <a:buFont typeface="Catamaran"/>
              <a:buNone/>
              <a:defRPr sz="1600" b="1">
                <a:solidFill>
                  <a:schemeClr val="dk2"/>
                </a:solidFill>
                <a:latin typeface="Rethink Sans"/>
                <a:ea typeface="Rethink Sans"/>
                <a:cs typeface="Rethink Sans"/>
              </a:defRPr>
            </a:lvl1pPr>
            <a:lvl2pPr marL="914400" indent="-317500">
              <a:lnSpc>
                <a:spcPct val="115000"/>
              </a:lnSpc>
              <a:buClr>
                <a:schemeClr val="dk1"/>
              </a:buClr>
              <a:buSzPts val="1400"/>
              <a:buFont typeface="Catamaran"/>
              <a:buChar char="○"/>
              <a:defRPr>
                <a:solidFill>
                  <a:schemeClr val="dk1"/>
                </a:solidFill>
                <a:latin typeface="Catamaran"/>
                <a:ea typeface="Catamaran"/>
                <a:cs typeface="Catamaran"/>
              </a:defRPr>
            </a:lvl2pPr>
            <a:lvl3pPr marL="1371600" indent="-317500">
              <a:lnSpc>
                <a:spcPct val="115000"/>
              </a:lnSpc>
              <a:buClr>
                <a:schemeClr val="dk1"/>
              </a:buClr>
              <a:buSzPts val="1400"/>
              <a:buFont typeface="Catamaran"/>
              <a:buChar char="■"/>
              <a:defRPr>
                <a:solidFill>
                  <a:schemeClr val="dk1"/>
                </a:solidFill>
                <a:latin typeface="Catamaran"/>
                <a:ea typeface="Catamaran"/>
                <a:cs typeface="Catamaran"/>
              </a:defRPr>
            </a:lvl3pPr>
            <a:lvl4pPr marL="1828800" indent="-317500">
              <a:lnSpc>
                <a:spcPct val="115000"/>
              </a:lnSpc>
              <a:buClr>
                <a:schemeClr val="dk1"/>
              </a:buClr>
              <a:buSzPts val="1400"/>
              <a:buFont typeface="Catamaran"/>
              <a:buChar char="●"/>
              <a:defRPr>
                <a:solidFill>
                  <a:schemeClr val="dk1"/>
                </a:solidFill>
                <a:latin typeface="Catamaran"/>
                <a:ea typeface="Catamaran"/>
                <a:cs typeface="Catamaran"/>
              </a:defRPr>
            </a:lvl4pPr>
            <a:lvl5pPr marL="2286000" indent="-317500">
              <a:lnSpc>
                <a:spcPct val="115000"/>
              </a:lnSpc>
              <a:buClr>
                <a:schemeClr val="dk1"/>
              </a:buClr>
              <a:buSzPts val="1400"/>
              <a:buFont typeface="Catamaran"/>
              <a:buChar char="○"/>
              <a:defRPr>
                <a:solidFill>
                  <a:schemeClr val="dk1"/>
                </a:solidFill>
                <a:latin typeface="Catamaran"/>
                <a:ea typeface="Catamaran"/>
                <a:cs typeface="Catamaran"/>
              </a:defRPr>
            </a:lvl5pPr>
            <a:lvl6pPr marL="2743200" indent="-317500">
              <a:lnSpc>
                <a:spcPct val="115000"/>
              </a:lnSpc>
              <a:buClr>
                <a:schemeClr val="dk1"/>
              </a:buClr>
              <a:buSzPts val="1400"/>
              <a:buFont typeface="Catamaran"/>
              <a:buChar char="■"/>
              <a:defRPr>
                <a:solidFill>
                  <a:schemeClr val="dk1"/>
                </a:solidFill>
                <a:latin typeface="Catamaran"/>
                <a:ea typeface="Catamaran"/>
                <a:cs typeface="Catamaran"/>
              </a:defRPr>
            </a:lvl6pPr>
            <a:lvl7pPr marL="3200400" indent="-317500">
              <a:lnSpc>
                <a:spcPct val="115000"/>
              </a:lnSpc>
              <a:buClr>
                <a:schemeClr val="dk1"/>
              </a:buClr>
              <a:buSzPts val="1400"/>
              <a:buFont typeface="Catamaran"/>
              <a:buChar char="●"/>
              <a:defRPr>
                <a:solidFill>
                  <a:schemeClr val="dk1"/>
                </a:solidFill>
                <a:latin typeface="Catamaran"/>
                <a:ea typeface="Catamaran"/>
                <a:cs typeface="Catamaran"/>
              </a:defRPr>
            </a:lvl7pPr>
            <a:lvl8pPr marL="3657600" indent="-317500">
              <a:lnSpc>
                <a:spcPct val="115000"/>
              </a:lnSpc>
              <a:buClr>
                <a:schemeClr val="dk1"/>
              </a:buClr>
              <a:buSzPts val="1400"/>
              <a:buFont typeface="Catamaran"/>
              <a:buChar char="○"/>
              <a:defRPr>
                <a:solidFill>
                  <a:schemeClr val="dk1"/>
                </a:solidFill>
                <a:latin typeface="Catamaran"/>
                <a:ea typeface="Catamaran"/>
                <a:cs typeface="Catamaran"/>
              </a:defRPr>
            </a:lvl8pPr>
            <a:lvl9pPr marL="4114800" indent="-317500">
              <a:lnSpc>
                <a:spcPct val="115000"/>
              </a:lnSpc>
              <a:buClr>
                <a:schemeClr val="dk1"/>
              </a:buClr>
              <a:buSzPts val="1400"/>
              <a:buFont typeface="Catamaran"/>
              <a:buChar char="■"/>
              <a:defRPr>
                <a:solidFill>
                  <a:schemeClr val="dk1"/>
                </a:solidFill>
                <a:latin typeface="Catamaran"/>
                <a:ea typeface="Catamaran"/>
                <a:cs typeface="Catamaran"/>
              </a:defRPr>
            </a:lvl9pPr>
          </a:lstStyle>
          <a:p>
            <a:r>
              <a:rPr lang="en-US" dirty="0" err="1"/>
              <a:t>ServidorJira</a:t>
            </a:r>
            <a:endParaRPr lang="en-US" dirty="0"/>
          </a:p>
          <a:p>
            <a:r>
              <a:rPr lang="en-US" dirty="0"/>
              <a:t>- 7 </a:t>
            </a:r>
            <a:r>
              <a:rPr lang="en-US" dirty="0" err="1"/>
              <a:t>herramientas</a:t>
            </a:r>
            <a:r>
              <a:rPr lang="en-US" dirty="0"/>
              <a:t> </a:t>
            </a:r>
            <a:endParaRPr lang="en-US" dirty="0">
              <a:sym typeface="Rethink Sans"/>
            </a:endParaRPr>
          </a:p>
        </p:txBody>
      </p:sp>
      <p:sp>
        <p:nvSpPr>
          <p:cNvPr id="27" name="Google Shape;290;p36">
            <a:extLst>
              <a:ext uri="{FF2B5EF4-FFF2-40B4-BE49-F238E27FC236}">
                <a16:creationId xmlns:a16="http://schemas.microsoft.com/office/drawing/2014/main" id="{F93476C8-C2B5-32A5-36A9-D316F42B524E}"/>
              </a:ext>
            </a:extLst>
          </p:cNvPr>
          <p:cNvSpPr txBox="1">
            <a:spLocks/>
          </p:cNvSpPr>
          <p:nvPr/>
        </p:nvSpPr>
        <p:spPr>
          <a:xfrm>
            <a:off x="5549429" y="4143875"/>
            <a:ext cx="2999700" cy="50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0" indent="0" algn="r">
              <a:lnSpc>
                <a:spcPct val="115000"/>
              </a:lnSpc>
              <a:buClr>
                <a:schemeClr val="dk1"/>
              </a:buClr>
              <a:buSzPts val="1400"/>
              <a:buFont typeface="Catamaran"/>
              <a:buNone/>
              <a:defRPr sz="1600" b="1">
                <a:solidFill>
                  <a:schemeClr val="dk2"/>
                </a:solidFill>
                <a:latin typeface="Rethink Sans"/>
                <a:ea typeface="Rethink Sans"/>
                <a:cs typeface="Rethink Sans"/>
              </a:defRPr>
            </a:lvl1pPr>
            <a:lvl2pPr marL="914400" indent="-317500">
              <a:lnSpc>
                <a:spcPct val="115000"/>
              </a:lnSpc>
              <a:buClr>
                <a:schemeClr val="dk1"/>
              </a:buClr>
              <a:buSzPts val="1400"/>
              <a:buFont typeface="Catamaran"/>
              <a:buChar char="○"/>
              <a:defRPr>
                <a:solidFill>
                  <a:schemeClr val="dk1"/>
                </a:solidFill>
                <a:latin typeface="Catamaran"/>
                <a:ea typeface="Catamaran"/>
                <a:cs typeface="Catamaran"/>
              </a:defRPr>
            </a:lvl2pPr>
            <a:lvl3pPr marL="1371600" indent="-317500">
              <a:lnSpc>
                <a:spcPct val="115000"/>
              </a:lnSpc>
              <a:buClr>
                <a:schemeClr val="dk1"/>
              </a:buClr>
              <a:buSzPts val="1400"/>
              <a:buFont typeface="Catamaran"/>
              <a:buChar char="■"/>
              <a:defRPr>
                <a:solidFill>
                  <a:schemeClr val="dk1"/>
                </a:solidFill>
                <a:latin typeface="Catamaran"/>
                <a:ea typeface="Catamaran"/>
                <a:cs typeface="Catamaran"/>
              </a:defRPr>
            </a:lvl3pPr>
            <a:lvl4pPr marL="1828800" indent="-317500">
              <a:lnSpc>
                <a:spcPct val="115000"/>
              </a:lnSpc>
              <a:buClr>
                <a:schemeClr val="dk1"/>
              </a:buClr>
              <a:buSzPts val="1400"/>
              <a:buFont typeface="Catamaran"/>
              <a:buChar char="●"/>
              <a:defRPr>
                <a:solidFill>
                  <a:schemeClr val="dk1"/>
                </a:solidFill>
                <a:latin typeface="Catamaran"/>
                <a:ea typeface="Catamaran"/>
                <a:cs typeface="Catamaran"/>
              </a:defRPr>
            </a:lvl4pPr>
            <a:lvl5pPr marL="2286000" indent="-317500">
              <a:lnSpc>
                <a:spcPct val="115000"/>
              </a:lnSpc>
              <a:buClr>
                <a:schemeClr val="dk1"/>
              </a:buClr>
              <a:buSzPts val="1400"/>
              <a:buFont typeface="Catamaran"/>
              <a:buChar char="○"/>
              <a:defRPr>
                <a:solidFill>
                  <a:schemeClr val="dk1"/>
                </a:solidFill>
                <a:latin typeface="Catamaran"/>
                <a:ea typeface="Catamaran"/>
                <a:cs typeface="Catamaran"/>
              </a:defRPr>
            </a:lvl5pPr>
            <a:lvl6pPr marL="2743200" indent="-317500">
              <a:lnSpc>
                <a:spcPct val="115000"/>
              </a:lnSpc>
              <a:buClr>
                <a:schemeClr val="dk1"/>
              </a:buClr>
              <a:buSzPts val="1400"/>
              <a:buFont typeface="Catamaran"/>
              <a:buChar char="■"/>
              <a:defRPr>
                <a:solidFill>
                  <a:schemeClr val="dk1"/>
                </a:solidFill>
                <a:latin typeface="Catamaran"/>
                <a:ea typeface="Catamaran"/>
                <a:cs typeface="Catamaran"/>
              </a:defRPr>
            </a:lvl6pPr>
            <a:lvl7pPr marL="3200400" indent="-317500">
              <a:lnSpc>
                <a:spcPct val="115000"/>
              </a:lnSpc>
              <a:buClr>
                <a:schemeClr val="dk1"/>
              </a:buClr>
              <a:buSzPts val="1400"/>
              <a:buFont typeface="Catamaran"/>
              <a:buChar char="●"/>
              <a:defRPr>
                <a:solidFill>
                  <a:schemeClr val="dk1"/>
                </a:solidFill>
                <a:latin typeface="Catamaran"/>
                <a:ea typeface="Catamaran"/>
                <a:cs typeface="Catamaran"/>
              </a:defRPr>
            </a:lvl7pPr>
            <a:lvl8pPr marL="3657600" indent="-317500">
              <a:lnSpc>
                <a:spcPct val="115000"/>
              </a:lnSpc>
              <a:buClr>
                <a:schemeClr val="dk1"/>
              </a:buClr>
              <a:buSzPts val="1400"/>
              <a:buFont typeface="Catamaran"/>
              <a:buChar char="○"/>
              <a:defRPr>
                <a:solidFill>
                  <a:schemeClr val="dk1"/>
                </a:solidFill>
                <a:latin typeface="Catamaran"/>
                <a:ea typeface="Catamaran"/>
                <a:cs typeface="Catamaran"/>
              </a:defRPr>
            </a:lvl8pPr>
            <a:lvl9pPr marL="4114800" indent="-317500">
              <a:lnSpc>
                <a:spcPct val="115000"/>
              </a:lnSpc>
              <a:buClr>
                <a:schemeClr val="dk1"/>
              </a:buClr>
              <a:buSzPts val="1400"/>
              <a:buFont typeface="Catamaran"/>
              <a:buChar char="■"/>
              <a:defRPr>
                <a:solidFill>
                  <a:schemeClr val="dk1"/>
                </a:solidFill>
                <a:latin typeface="Catamaran"/>
                <a:ea typeface="Catamaran"/>
                <a:cs typeface="Catamaran"/>
              </a:defRPr>
            </a:lvl9pPr>
          </a:lstStyle>
          <a:p>
            <a:r>
              <a:rPr lang="en-US" dirty="0"/>
              <a:t>Jira Cloud API </a:t>
            </a:r>
            <a:endParaRPr lang="en-US" dirty="0">
              <a:sym typeface="Rethink Sans"/>
            </a:endParaRP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502F0A32-75B6-EF8E-E1DD-D6AFBB25E8D6}"/>
              </a:ext>
            </a:extLst>
          </p:cNvPr>
          <p:cNvGrpSpPr/>
          <p:nvPr/>
        </p:nvGrpSpPr>
        <p:grpSpPr>
          <a:xfrm>
            <a:off x="5274700" y="1407775"/>
            <a:ext cx="1102637" cy="3326700"/>
            <a:chOff x="5415323" y="1407775"/>
            <a:chExt cx="1102637" cy="3326700"/>
          </a:xfrm>
        </p:grpSpPr>
        <p:cxnSp>
          <p:nvCxnSpPr>
            <p:cNvPr id="18" name="Google Shape;278;p36">
              <a:extLst>
                <a:ext uri="{FF2B5EF4-FFF2-40B4-BE49-F238E27FC236}">
                  <a16:creationId xmlns:a16="http://schemas.microsoft.com/office/drawing/2014/main" id="{D1CA42F1-B1EF-C609-89C2-0D3B75A0BE9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63376" y="1621425"/>
              <a:ext cx="954584" cy="6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56FEA0F2-E795-C9FB-B11A-713B57433340}"/>
                </a:ext>
              </a:extLst>
            </p:cNvPr>
            <p:cNvGrpSpPr/>
            <p:nvPr/>
          </p:nvGrpSpPr>
          <p:grpSpPr>
            <a:xfrm>
              <a:off x="5415323" y="1407775"/>
              <a:ext cx="145200" cy="3326700"/>
              <a:chOff x="4732571" y="1407775"/>
              <a:chExt cx="145200" cy="3326700"/>
            </a:xfrm>
          </p:grpSpPr>
          <p:grpSp>
            <p:nvGrpSpPr>
              <p:cNvPr id="10" name="Google Shape;266;p36">
                <a:extLst>
                  <a:ext uri="{FF2B5EF4-FFF2-40B4-BE49-F238E27FC236}">
                    <a16:creationId xmlns:a16="http://schemas.microsoft.com/office/drawing/2014/main" id="{BF922EE4-6FED-0510-D352-80F830FCE21A}"/>
                  </a:ext>
                </a:extLst>
              </p:cNvPr>
              <p:cNvGrpSpPr/>
              <p:nvPr/>
            </p:nvGrpSpPr>
            <p:grpSpPr>
              <a:xfrm>
                <a:off x="4732571" y="1407775"/>
                <a:ext cx="145200" cy="3326700"/>
                <a:chOff x="916475" y="1407775"/>
                <a:chExt cx="145200" cy="3326700"/>
              </a:xfrm>
            </p:grpSpPr>
            <p:cxnSp>
              <p:nvCxnSpPr>
                <p:cNvPr id="11" name="Google Shape;267;p36">
                  <a:extLst>
                    <a:ext uri="{FF2B5EF4-FFF2-40B4-BE49-F238E27FC236}">
                      <a16:creationId xmlns:a16="http://schemas.microsoft.com/office/drawing/2014/main" id="{066A9AEB-D90D-A573-9B64-9BCD08ADC637}"/>
                    </a:ext>
                  </a:extLst>
                </p:cNvPr>
                <p:cNvCxnSpPr/>
                <p:nvPr/>
              </p:nvCxnSpPr>
              <p:spPr>
                <a:xfrm>
                  <a:off x="989100" y="1407775"/>
                  <a:ext cx="0" cy="33267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2" name="Google Shape;268;p36">
                  <a:extLst>
                    <a:ext uri="{FF2B5EF4-FFF2-40B4-BE49-F238E27FC236}">
                      <a16:creationId xmlns:a16="http://schemas.microsoft.com/office/drawing/2014/main" id="{756AE20D-645E-76AD-B86E-D5AB73E07DB1}"/>
                    </a:ext>
                  </a:extLst>
                </p:cNvPr>
                <p:cNvCxnSpPr/>
                <p:nvPr/>
              </p:nvCxnSpPr>
              <p:spPr>
                <a:xfrm>
                  <a:off x="916475" y="1408450"/>
                  <a:ext cx="1452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3" name="Google Shape;269;p36">
                  <a:extLst>
                    <a:ext uri="{FF2B5EF4-FFF2-40B4-BE49-F238E27FC236}">
                      <a16:creationId xmlns:a16="http://schemas.microsoft.com/office/drawing/2014/main" id="{7650A7D3-1EAB-985D-39A9-B0F77D42528E}"/>
                    </a:ext>
                  </a:extLst>
                </p:cNvPr>
                <p:cNvCxnSpPr/>
                <p:nvPr/>
              </p:nvCxnSpPr>
              <p:spPr>
                <a:xfrm>
                  <a:off x="916475" y="4734475"/>
                  <a:ext cx="1452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sp>
            <p:nvSpPr>
              <p:cNvPr id="16" name="Google Shape;276;p36">
                <a:extLst>
                  <a:ext uri="{FF2B5EF4-FFF2-40B4-BE49-F238E27FC236}">
                    <a16:creationId xmlns:a16="http://schemas.microsoft.com/office/drawing/2014/main" id="{BDB28695-402D-FBA2-2D38-6D4DAE5D38FE}"/>
                  </a:ext>
                </a:extLst>
              </p:cNvPr>
              <p:cNvSpPr/>
              <p:nvPr/>
            </p:nvSpPr>
            <p:spPr>
              <a:xfrm>
                <a:off x="4741446" y="1557681"/>
                <a:ext cx="127500" cy="127500"/>
              </a:xfrm>
              <a:prstGeom prst="ellipse">
                <a:avLst/>
              </a:prstGeom>
              <a:solidFill>
                <a:schemeClr val="lt1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Catamaran"/>
                  <a:ea typeface="Catamaran"/>
                  <a:cs typeface="Catamaran"/>
                  <a:sym typeface="Catamaran"/>
                </a:endParaRPr>
              </a:p>
            </p:txBody>
          </p:sp>
          <p:sp>
            <p:nvSpPr>
              <p:cNvPr id="17" name="Google Shape;277;p36">
                <a:extLst>
                  <a:ext uri="{FF2B5EF4-FFF2-40B4-BE49-F238E27FC236}">
                    <a16:creationId xmlns:a16="http://schemas.microsoft.com/office/drawing/2014/main" id="{3A0BA46D-6F03-3F7B-99C9-120820726663}"/>
                  </a:ext>
                </a:extLst>
              </p:cNvPr>
              <p:cNvSpPr/>
              <p:nvPr/>
            </p:nvSpPr>
            <p:spPr>
              <a:xfrm>
                <a:off x="4741446" y="2476379"/>
                <a:ext cx="127500" cy="127500"/>
              </a:xfrm>
              <a:prstGeom prst="ellipse">
                <a:avLst/>
              </a:prstGeom>
              <a:solidFill>
                <a:schemeClr val="lt1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Catamaran"/>
                  <a:ea typeface="Catamaran"/>
                  <a:cs typeface="Catamaran"/>
                  <a:sym typeface="Catamaran"/>
                </a:endParaRPr>
              </a:p>
            </p:txBody>
          </p:sp>
          <p:sp>
            <p:nvSpPr>
              <p:cNvPr id="22" name="Google Shape;283;p36">
                <a:extLst>
                  <a:ext uri="{FF2B5EF4-FFF2-40B4-BE49-F238E27FC236}">
                    <a16:creationId xmlns:a16="http://schemas.microsoft.com/office/drawing/2014/main" id="{6BF346F9-49BF-F974-02EB-B915E6DF0916}"/>
                  </a:ext>
                </a:extLst>
              </p:cNvPr>
              <p:cNvSpPr/>
              <p:nvPr/>
            </p:nvSpPr>
            <p:spPr>
              <a:xfrm>
                <a:off x="4741446" y="3395077"/>
                <a:ext cx="127500" cy="127500"/>
              </a:xfrm>
              <a:prstGeom prst="ellipse">
                <a:avLst/>
              </a:prstGeom>
              <a:solidFill>
                <a:schemeClr val="lt1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Catamaran"/>
                  <a:ea typeface="Catamaran"/>
                  <a:cs typeface="Catamaran"/>
                  <a:sym typeface="Catamaran"/>
                </a:endParaRPr>
              </a:p>
            </p:txBody>
          </p:sp>
          <p:sp>
            <p:nvSpPr>
              <p:cNvPr id="26" name="Google Shape;288;p36">
                <a:extLst>
                  <a:ext uri="{FF2B5EF4-FFF2-40B4-BE49-F238E27FC236}">
                    <a16:creationId xmlns:a16="http://schemas.microsoft.com/office/drawing/2014/main" id="{F63FC941-0ACE-B4F7-3F5B-34FE45DB7888}"/>
                  </a:ext>
                </a:extLst>
              </p:cNvPr>
              <p:cNvSpPr/>
              <p:nvPr/>
            </p:nvSpPr>
            <p:spPr>
              <a:xfrm>
                <a:off x="4741446" y="4313775"/>
                <a:ext cx="127500" cy="127500"/>
              </a:xfrm>
              <a:prstGeom prst="ellipse">
                <a:avLst/>
              </a:prstGeom>
              <a:solidFill>
                <a:schemeClr val="lt1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Catamaran"/>
                  <a:ea typeface="Catamaran"/>
                  <a:cs typeface="Catamaran"/>
                  <a:sym typeface="Catamaran"/>
                </a:endParaRPr>
              </a:p>
            </p:txBody>
          </p:sp>
        </p:grpSp>
        <p:cxnSp>
          <p:nvCxnSpPr>
            <p:cNvPr id="33" name="Google Shape;278;p36">
              <a:extLst>
                <a:ext uri="{FF2B5EF4-FFF2-40B4-BE49-F238E27FC236}">
                  <a16:creationId xmlns:a16="http://schemas.microsoft.com/office/drawing/2014/main" id="{F1F19673-9463-60F0-ACE0-26115928BF8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57398" y="2552854"/>
              <a:ext cx="954584" cy="6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4" name="Google Shape;278;p36">
              <a:extLst>
                <a:ext uri="{FF2B5EF4-FFF2-40B4-BE49-F238E27FC236}">
                  <a16:creationId xmlns:a16="http://schemas.microsoft.com/office/drawing/2014/main" id="{DE377DF1-FAAE-8E1B-6241-E4B08DD3892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49120" y="3452644"/>
              <a:ext cx="954584" cy="6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5" name="Google Shape;278;p36">
              <a:extLst>
                <a:ext uri="{FF2B5EF4-FFF2-40B4-BE49-F238E27FC236}">
                  <a16:creationId xmlns:a16="http://schemas.microsoft.com/office/drawing/2014/main" id="{3DBEFD82-AD57-C7A8-A134-9182627DC87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47018" y="4371875"/>
              <a:ext cx="954584" cy="6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7"/>
          <p:cNvSpPr txBox="1">
            <a:spLocks noGrp="1"/>
          </p:cNvSpPr>
          <p:nvPr>
            <p:ph type="title"/>
          </p:nvPr>
        </p:nvSpPr>
        <p:spPr>
          <a:xfrm>
            <a:off x="228600" y="228600"/>
            <a:ext cx="8686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Componentes principales</a:t>
            </a:r>
            <a:endParaRPr dirty="0"/>
          </a:p>
        </p:txBody>
      </p:sp>
      <p:sp>
        <p:nvSpPr>
          <p:cNvPr id="127" name="Google Shape;127;p27"/>
          <p:cNvSpPr/>
          <p:nvPr/>
        </p:nvSpPr>
        <p:spPr>
          <a:xfrm>
            <a:off x="562699" y="2117017"/>
            <a:ext cx="1737360" cy="457200"/>
          </a:xfrm>
          <a:prstGeom prst="roundRect">
            <a:avLst>
              <a:gd name="adj" fmla="val 50000"/>
            </a:avLst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en" sz="1600" b="1" u="sng" dirty="0">
                <a:solidFill>
                  <a:schemeClr val="dk2"/>
                </a:solidFill>
                <a:latin typeface="Catamaran"/>
                <a:cs typeface="Catamaran"/>
                <a:sym typeface="Catamaran"/>
              </a:rPr>
              <a:t>Cliente LLM</a:t>
            </a:r>
            <a:endParaRPr sz="1600" b="1" u="sng" dirty="0">
              <a:solidFill>
                <a:schemeClr val="dk2"/>
              </a:solidFill>
              <a:latin typeface="Catamaran"/>
              <a:cs typeface="Catamaran"/>
              <a:sym typeface="Catamaran"/>
            </a:endParaRPr>
          </a:p>
        </p:txBody>
      </p:sp>
      <p:sp>
        <p:nvSpPr>
          <p:cNvPr id="128" name="Google Shape;128;p27"/>
          <p:cNvSpPr txBox="1"/>
          <p:nvPr/>
        </p:nvSpPr>
        <p:spPr>
          <a:xfrm>
            <a:off x="412879" y="2624739"/>
            <a:ext cx="2037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-US" dirty="0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rPr>
              <a:t> Anthropic Claude (Sonnet 4.5)</a:t>
            </a:r>
            <a:endParaRPr dirty="0">
              <a:solidFill>
                <a:schemeClr val="dk1"/>
              </a:solidFill>
              <a:latin typeface="Catamaran"/>
              <a:ea typeface="Catamaran"/>
              <a:cs typeface="Catamaran"/>
              <a:sym typeface="Catamaran"/>
            </a:endParaRPr>
          </a:p>
        </p:txBody>
      </p:sp>
      <p:sp>
        <p:nvSpPr>
          <p:cNvPr id="129" name="Google Shape;129;p27"/>
          <p:cNvSpPr/>
          <p:nvPr/>
        </p:nvSpPr>
        <p:spPr>
          <a:xfrm>
            <a:off x="0" y="4848125"/>
            <a:ext cx="9144000" cy="3420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131" name="Google Shape;131;p27"/>
          <p:cNvSpPr/>
          <p:nvPr/>
        </p:nvSpPr>
        <p:spPr>
          <a:xfrm>
            <a:off x="2599849" y="2117041"/>
            <a:ext cx="1737360" cy="457200"/>
          </a:xfrm>
          <a:prstGeom prst="roundRect">
            <a:avLst>
              <a:gd name="adj" fmla="val 50000"/>
            </a:avLst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en" sz="1600" b="1" u="sng" dirty="0">
                <a:solidFill>
                  <a:schemeClr val="dk2"/>
                </a:solidFill>
                <a:latin typeface="Catamaran"/>
                <a:cs typeface="Catamaran"/>
                <a:sym typeface="Catamaran"/>
              </a:rPr>
              <a:t>Servidor MCP</a:t>
            </a:r>
            <a:endParaRPr sz="1600" b="1" u="sng" dirty="0">
              <a:solidFill>
                <a:schemeClr val="dk2"/>
              </a:solidFill>
              <a:latin typeface="Catamaran"/>
              <a:cs typeface="Catamaran"/>
              <a:sym typeface="Catamaran"/>
            </a:endParaRPr>
          </a:p>
        </p:txBody>
      </p:sp>
      <p:sp>
        <p:nvSpPr>
          <p:cNvPr id="132" name="Google Shape;132;p27"/>
          <p:cNvSpPr txBox="1"/>
          <p:nvPr/>
        </p:nvSpPr>
        <p:spPr>
          <a:xfrm>
            <a:off x="2414136" y="2617460"/>
            <a:ext cx="2037000" cy="9367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s-ES" dirty="0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rPr>
              <a:t> </a:t>
            </a:r>
            <a:r>
              <a:rPr lang="es-ES" dirty="0" err="1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rPr>
              <a:t>ServidorJira</a:t>
            </a:r>
            <a:r>
              <a:rPr lang="es-ES" dirty="0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rPr>
              <a:t> Implementación de herramientas tipo MCP</a:t>
            </a:r>
            <a:endParaRPr dirty="0">
              <a:solidFill>
                <a:schemeClr val="dk1"/>
              </a:solidFill>
              <a:latin typeface="Catamaran"/>
              <a:ea typeface="Catamaran"/>
              <a:cs typeface="Catamaran"/>
              <a:sym typeface="Catamaran"/>
            </a:endParaRPr>
          </a:p>
        </p:txBody>
      </p:sp>
      <p:sp>
        <p:nvSpPr>
          <p:cNvPr id="133" name="Google Shape;133;p27"/>
          <p:cNvSpPr/>
          <p:nvPr/>
        </p:nvSpPr>
        <p:spPr>
          <a:xfrm>
            <a:off x="4636999" y="2117041"/>
            <a:ext cx="1737360" cy="457200"/>
          </a:xfrm>
          <a:prstGeom prst="roundRect">
            <a:avLst>
              <a:gd name="adj" fmla="val 50000"/>
            </a:avLst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 u="sng" dirty="0">
                <a:solidFill>
                  <a:schemeClr val="dk2"/>
                </a:solidFill>
                <a:latin typeface="Catamaran"/>
                <a:ea typeface="Catamaran"/>
                <a:cs typeface="Catamaran"/>
                <a:sym typeface="Catamaran"/>
              </a:rPr>
              <a:t>API Jira</a:t>
            </a:r>
            <a:endParaRPr sz="1600" b="1" u="sng" dirty="0">
              <a:solidFill>
                <a:schemeClr val="dk2"/>
              </a:solidFill>
              <a:latin typeface="Catamaran"/>
              <a:ea typeface="Catamaran"/>
              <a:cs typeface="Catamaran"/>
              <a:sym typeface="Catamaran"/>
            </a:endParaRPr>
          </a:p>
        </p:txBody>
      </p:sp>
      <p:sp>
        <p:nvSpPr>
          <p:cNvPr id="134" name="Google Shape;134;p27"/>
          <p:cNvSpPr txBox="1"/>
          <p:nvPr/>
        </p:nvSpPr>
        <p:spPr>
          <a:xfrm>
            <a:off x="4487179" y="2609530"/>
            <a:ext cx="2037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s-ES" dirty="0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rPr>
              <a:t> Integración con Jira Cloud (REST API v3)</a:t>
            </a:r>
            <a:endParaRPr dirty="0">
              <a:solidFill>
                <a:schemeClr val="dk1"/>
              </a:solidFill>
              <a:latin typeface="Catamaran"/>
              <a:ea typeface="Catamaran"/>
              <a:cs typeface="Catamaran"/>
              <a:sym typeface="Catamaran"/>
            </a:endParaRPr>
          </a:p>
        </p:txBody>
      </p:sp>
      <p:sp>
        <p:nvSpPr>
          <p:cNvPr id="135" name="Google Shape;135;p27"/>
          <p:cNvSpPr/>
          <p:nvPr/>
        </p:nvSpPr>
        <p:spPr>
          <a:xfrm>
            <a:off x="6674149" y="2117041"/>
            <a:ext cx="1737360" cy="457200"/>
          </a:xfrm>
          <a:prstGeom prst="roundRect">
            <a:avLst>
              <a:gd name="adj" fmla="val 50000"/>
            </a:avLst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 u="sng" dirty="0">
                <a:solidFill>
                  <a:schemeClr val="dk2"/>
                </a:solidFill>
                <a:latin typeface="Catamaran"/>
                <a:ea typeface="Catamaran"/>
                <a:cs typeface="Catamaran"/>
                <a:sym typeface="Catamaran"/>
              </a:rPr>
              <a:t>Interfaz</a:t>
            </a:r>
            <a:endParaRPr sz="1600" b="1" u="sng" dirty="0">
              <a:solidFill>
                <a:schemeClr val="dk2"/>
              </a:solidFill>
              <a:latin typeface="Catamaran"/>
              <a:ea typeface="Catamaran"/>
              <a:cs typeface="Catamaran"/>
              <a:sym typeface="Catamaran"/>
            </a:endParaRPr>
          </a:p>
        </p:txBody>
      </p:sp>
      <p:sp>
        <p:nvSpPr>
          <p:cNvPr id="136" name="Google Shape;136;p27"/>
          <p:cNvSpPr txBox="1"/>
          <p:nvPr/>
        </p:nvSpPr>
        <p:spPr>
          <a:xfrm>
            <a:off x="6609225" y="2624739"/>
            <a:ext cx="2037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-US" dirty="0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rPr>
              <a:t>CLI </a:t>
            </a:r>
            <a:r>
              <a:rPr lang="en-US" dirty="0" err="1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rPr>
              <a:t>interactivo</a:t>
            </a:r>
            <a:r>
              <a:rPr lang="en-US" dirty="0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rPr>
              <a:t> </a:t>
            </a:r>
            <a:r>
              <a:rPr lang="en-US" dirty="0" err="1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rPr>
              <a:t>en</a:t>
            </a:r>
            <a:r>
              <a:rPr lang="en-US" dirty="0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rPr>
              <a:t> </a:t>
            </a:r>
            <a:r>
              <a:rPr lang="en-US" dirty="0" err="1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rPr>
              <a:t>Jupyter</a:t>
            </a:r>
            <a:r>
              <a:rPr lang="en-US" dirty="0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rPr>
              <a:t> Notebook</a:t>
            </a:r>
            <a:endParaRPr b="1" dirty="0">
              <a:solidFill>
                <a:schemeClr val="dk1"/>
              </a:solidFill>
              <a:latin typeface="Catamaran"/>
              <a:ea typeface="Catamaran"/>
              <a:cs typeface="Catamaran"/>
              <a:sym typeface="Catamaran"/>
            </a:endParaRPr>
          </a:p>
        </p:txBody>
      </p:sp>
      <p:cxnSp>
        <p:nvCxnSpPr>
          <p:cNvPr id="141" name="Google Shape;141;p27"/>
          <p:cNvCxnSpPr/>
          <p:nvPr/>
        </p:nvCxnSpPr>
        <p:spPr>
          <a:xfrm>
            <a:off x="313775" y="957250"/>
            <a:ext cx="8518200" cy="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38"/>
          <p:cNvSpPr txBox="1">
            <a:spLocks noGrp="1"/>
          </p:cNvSpPr>
          <p:nvPr>
            <p:ph type="title"/>
          </p:nvPr>
        </p:nvSpPr>
        <p:spPr>
          <a:xfrm>
            <a:off x="228600" y="228600"/>
            <a:ext cx="8686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Nuevos componentes</a:t>
            </a:r>
            <a:endParaRPr dirty="0"/>
          </a:p>
        </p:txBody>
      </p:sp>
      <p:graphicFrame>
        <p:nvGraphicFramePr>
          <p:cNvPr id="329" name="Google Shape;329;p38"/>
          <p:cNvGraphicFramePr/>
          <p:nvPr>
            <p:extLst>
              <p:ext uri="{D42A27DB-BD31-4B8C-83A1-F6EECF244321}">
                <p14:modId xmlns:p14="http://schemas.microsoft.com/office/powerpoint/2010/main" val="3458990644"/>
              </p:ext>
            </p:extLst>
          </p:nvPr>
        </p:nvGraphicFramePr>
        <p:xfrm>
          <a:off x="1172176" y="1152086"/>
          <a:ext cx="6799648" cy="3800078"/>
        </p:xfrm>
        <a:graphic>
          <a:graphicData uri="http://schemas.openxmlformats.org/drawingml/2006/table">
            <a:tbl>
              <a:tblPr>
                <a:noFill/>
                <a:tableStyleId>{AFFA2AFD-06B0-4EF2-91ED-501A28C2D081}</a:tableStyleId>
              </a:tblPr>
              <a:tblGrid>
                <a:gridCol w="20927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069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28822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b="1" dirty="0">
                          <a:solidFill>
                            <a:schemeClr val="dk1"/>
                          </a:solidFill>
                          <a:latin typeface="Catamaran"/>
                          <a:ea typeface="Catamaran"/>
                          <a:cs typeface="Catamaran"/>
                          <a:sym typeface="Catamaran"/>
                        </a:rPr>
                        <a:t>Analisis de seguridad</a:t>
                      </a:r>
                      <a:endParaRPr sz="1800" b="1" dirty="0">
                        <a:solidFill>
                          <a:schemeClr val="dk1"/>
                        </a:solidFill>
                        <a:latin typeface="Catamaran"/>
                        <a:ea typeface="Catamaran"/>
                        <a:cs typeface="Catamaran"/>
                        <a:sym typeface="Catamaran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dirty="0">
                          <a:solidFill>
                            <a:schemeClr val="tx1"/>
                          </a:solidFill>
                          <a:latin typeface="Catamaran"/>
                          <a:ea typeface="Catamaran"/>
                          <a:cs typeface="Catamaran"/>
                          <a:sym typeface="Catamaran"/>
                        </a:rPr>
                        <a:t>E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  <a:latin typeface="Catamaran"/>
                          <a:ea typeface="Catamaran"/>
                          <a:cs typeface="Catamaran"/>
                          <a:sym typeface="Catamaran"/>
                        </a:rPr>
                        <a:t>valúa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  <a:latin typeface="Catamaran"/>
                          <a:ea typeface="Catamaran"/>
                          <a:cs typeface="Catamaran"/>
                          <a:sym typeface="Catamaran"/>
                        </a:rPr>
                        <a:t>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  <a:latin typeface="Catamaran"/>
                          <a:ea typeface="Catamaran"/>
                          <a:cs typeface="Catamaran"/>
                          <a:sym typeface="Catamaran"/>
                        </a:rPr>
                        <a:t>cada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  <a:latin typeface="Catamaran"/>
                          <a:ea typeface="Catamaran"/>
                          <a:cs typeface="Catamaran"/>
                          <a:sym typeface="Catamaran"/>
                        </a:rPr>
                        <a:t>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  <a:latin typeface="Catamaran"/>
                          <a:ea typeface="Catamaran"/>
                          <a:cs typeface="Catamaran"/>
                          <a:sym typeface="Catamaran"/>
                        </a:rPr>
                        <a:t>mensaje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  <a:latin typeface="Catamaran"/>
                          <a:ea typeface="Catamaran"/>
                          <a:cs typeface="Catamaran"/>
                          <a:sym typeface="Catamaran"/>
                        </a:rPr>
                        <a:t> antes de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  <a:latin typeface="Catamaran"/>
                          <a:ea typeface="Catamaran"/>
                          <a:cs typeface="Catamaran"/>
                          <a:sym typeface="Catamaran"/>
                        </a:rPr>
                        <a:t>ejecutar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  <a:latin typeface="Catamaran"/>
                          <a:ea typeface="Catamaran"/>
                          <a:cs typeface="Catamaran"/>
                          <a:sym typeface="Catamaran"/>
                        </a:rPr>
                        <a:t>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  <a:latin typeface="Catamaran"/>
                          <a:ea typeface="Catamaran"/>
                          <a:cs typeface="Catamaran"/>
                          <a:sym typeface="Catamaran"/>
                        </a:rPr>
                        <a:t>cualquier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  <a:latin typeface="Catamaran"/>
                          <a:ea typeface="Catamaran"/>
                          <a:cs typeface="Catamaran"/>
                          <a:sym typeface="Catamaran"/>
                        </a:rPr>
                        <a:t>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  <a:latin typeface="Catamaran"/>
                          <a:ea typeface="Catamaran"/>
                          <a:cs typeface="Catamaran"/>
                          <a:sym typeface="Catamaran"/>
                        </a:rPr>
                        <a:t>herramienta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  <a:latin typeface="Catamaran"/>
                          <a:ea typeface="Catamaran"/>
                          <a:cs typeface="Catamaran"/>
                          <a:sym typeface="Catamaran"/>
                        </a:rPr>
                        <a:t>, para detector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  <a:latin typeface="Catamaran"/>
                          <a:ea typeface="Catamaran"/>
                          <a:cs typeface="Catamaran"/>
                          <a:sym typeface="Catamaran"/>
                        </a:rPr>
                        <a:t>el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  <a:latin typeface="Catamaran"/>
                          <a:ea typeface="Catamaran"/>
                          <a:cs typeface="Catamaran"/>
                          <a:sym typeface="Catamaran"/>
                        </a:rPr>
                        <a:t>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  <a:latin typeface="Catamaran"/>
                          <a:ea typeface="Catamaran"/>
                          <a:cs typeface="Catamaran"/>
                          <a:sym typeface="Catamaran"/>
                        </a:rPr>
                        <a:t>tipo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  <a:latin typeface="Catamaran"/>
                          <a:ea typeface="Catamaran"/>
                          <a:cs typeface="Catamaran"/>
                          <a:sym typeface="Catamaran"/>
                        </a:rPr>
                        <a:t> de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  <a:latin typeface="Catamaran"/>
                          <a:ea typeface="Catamaran"/>
                          <a:cs typeface="Catamaran"/>
                          <a:sym typeface="Catamaran"/>
                        </a:rPr>
                        <a:t>amenaza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  <a:latin typeface="Catamaran"/>
                          <a:ea typeface="Catamaran"/>
                          <a:cs typeface="Catamaran"/>
                          <a:sym typeface="Catamaran"/>
                        </a:rPr>
                        <a:t>:</a:t>
                      </a:r>
                    </a:p>
                    <a:p>
                      <a:pPr marL="285750" lvl="0" indent="-2857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tamaran"/>
                          <a:ea typeface="Catamaran"/>
                          <a:cs typeface="Catamaran"/>
                          <a:sym typeface="Catamaran"/>
                        </a:rPr>
                        <a:t>Temas fuera de </a:t>
                      </a:r>
                      <a:r>
                        <a:rPr lang="en-US" sz="1400" dirty="0" err="1">
                          <a:solidFill>
                            <a:schemeClr val="tx1"/>
                          </a:solidFill>
                          <a:latin typeface="Catamaran"/>
                          <a:ea typeface="Catamaran"/>
                          <a:cs typeface="Catamaran"/>
                          <a:sym typeface="Catamaran"/>
                        </a:rPr>
                        <a:t>contexto</a:t>
                      </a:r>
                      <a:endParaRPr lang="en-US" sz="1400" dirty="0">
                        <a:solidFill>
                          <a:schemeClr val="tx1"/>
                        </a:solidFill>
                        <a:latin typeface="Catamaran"/>
                        <a:ea typeface="Catamaran"/>
                        <a:cs typeface="Catamaran"/>
                        <a:sym typeface="Catamaran"/>
                      </a:endParaRPr>
                    </a:p>
                    <a:p>
                      <a:pPr marL="285750" lvl="0" indent="-2857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 err="1">
                          <a:solidFill>
                            <a:schemeClr val="tx1"/>
                          </a:solidFill>
                          <a:latin typeface="Catamaran"/>
                          <a:ea typeface="Catamaran"/>
                          <a:cs typeface="Catamaran"/>
                          <a:sym typeface="Catamaran"/>
                        </a:rPr>
                        <a:t>Intento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latin typeface="Catamaran"/>
                          <a:ea typeface="Catamaran"/>
                          <a:cs typeface="Catamaran"/>
                          <a:sym typeface="Catamaran"/>
                        </a:rPr>
                        <a:t> de jailbreak</a:t>
                      </a:r>
                    </a:p>
                    <a:p>
                      <a:pPr marL="285750" lvl="0" indent="-2857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 err="1">
                          <a:solidFill>
                            <a:schemeClr val="tx1"/>
                          </a:solidFill>
                          <a:latin typeface="Catamaran"/>
                          <a:ea typeface="Catamaran"/>
                          <a:cs typeface="Catamaran"/>
                          <a:sym typeface="Catamaran"/>
                        </a:rPr>
                        <a:t>Inyección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latin typeface="Catamaran"/>
                          <a:ea typeface="Catamaran"/>
                          <a:cs typeface="Catamaran"/>
                          <a:sym typeface="Catamaran"/>
                        </a:rPr>
                        <a:t> de </a:t>
                      </a:r>
                      <a:r>
                        <a:rPr lang="en-US" sz="1400" dirty="0" err="1">
                          <a:solidFill>
                            <a:schemeClr val="tx1"/>
                          </a:solidFill>
                          <a:latin typeface="Catamaran"/>
                          <a:ea typeface="Catamaran"/>
                          <a:cs typeface="Catamaran"/>
                          <a:sym typeface="Catamaran"/>
                        </a:rPr>
                        <a:t>promps</a:t>
                      </a:r>
                      <a:endParaRPr lang="en-US" sz="1400" dirty="0">
                        <a:solidFill>
                          <a:schemeClr val="tx1"/>
                        </a:solidFill>
                        <a:latin typeface="Catamaran"/>
                        <a:ea typeface="Catamaran"/>
                        <a:cs typeface="Catamaran"/>
                        <a:sym typeface="Catamaran"/>
                      </a:endParaRPr>
                    </a:p>
                    <a:p>
                      <a:pPr marL="285750" lvl="0" indent="-2857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 err="1">
                          <a:solidFill>
                            <a:schemeClr val="tx1"/>
                          </a:solidFill>
                          <a:latin typeface="Catamaran"/>
                          <a:ea typeface="Catamaran"/>
                          <a:cs typeface="Catamaran"/>
                          <a:sym typeface="Catamaran"/>
                        </a:rPr>
                        <a:t>Operaciones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latin typeface="Catamaran"/>
                          <a:ea typeface="Catamaran"/>
                          <a:cs typeface="Catamaran"/>
                          <a:sym typeface="Catamaran"/>
                        </a:rPr>
                        <a:t> </a:t>
                      </a:r>
                      <a:r>
                        <a:rPr lang="en-US" sz="1400" dirty="0" err="1">
                          <a:solidFill>
                            <a:schemeClr val="tx1"/>
                          </a:solidFill>
                          <a:latin typeface="Catamaran"/>
                          <a:ea typeface="Catamaran"/>
                          <a:cs typeface="Catamaran"/>
                          <a:sym typeface="Catamaran"/>
                        </a:rPr>
                        <a:t>masivas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latin typeface="Catamaran"/>
                          <a:ea typeface="Catamaran"/>
                          <a:cs typeface="Catamaran"/>
                          <a:sym typeface="Catamaran"/>
                        </a:rPr>
                        <a:t> </a:t>
                      </a:r>
                      <a:r>
                        <a:rPr lang="en-US" sz="1400" dirty="0" err="1">
                          <a:solidFill>
                            <a:schemeClr val="tx1"/>
                          </a:solidFill>
                          <a:latin typeface="Catamaran"/>
                          <a:ea typeface="Catamaran"/>
                          <a:cs typeface="Catamaran"/>
                          <a:sym typeface="Catamaran"/>
                        </a:rPr>
                        <a:t>peligrosas</a:t>
                      </a:r>
                      <a:endParaRPr sz="1400" dirty="0">
                        <a:solidFill>
                          <a:schemeClr val="tx1"/>
                        </a:solidFill>
                        <a:latin typeface="Catamaran"/>
                        <a:ea typeface="Catamaran"/>
                        <a:cs typeface="Catamaran"/>
                        <a:sym typeface="Catamaran"/>
                      </a:endParaRPr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17898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b="1" dirty="0">
                          <a:solidFill>
                            <a:schemeClr val="dk1"/>
                          </a:solidFill>
                          <a:latin typeface="Catamaran"/>
                          <a:ea typeface="Catamaran"/>
                          <a:cs typeface="Catamaran"/>
                          <a:sym typeface="Catamaran"/>
                        </a:rPr>
                        <a:t>Deteccion de patrones peligrosos</a:t>
                      </a:r>
                      <a:endParaRPr sz="1800" b="1" dirty="0">
                        <a:solidFill>
                          <a:schemeClr val="dk1"/>
                        </a:solidFill>
                        <a:latin typeface="Catamaran"/>
                        <a:ea typeface="Catamaran"/>
                        <a:cs typeface="Catamaran"/>
                        <a:sym typeface="Catamaran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dirty="0">
                          <a:solidFill>
                            <a:schemeClr val="tx1"/>
                          </a:solidFill>
                          <a:latin typeface="Catamaran"/>
                          <a:ea typeface="Catamaran"/>
                          <a:cs typeface="Catamaran"/>
                          <a:sym typeface="Catamaran"/>
                        </a:rPr>
                        <a:t>Detecta v</a:t>
                      </a:r>
                      <a:r>
                        <a:rPr lang="es-ES" sz="1600" dirty="0" err="1">
                          <a:solidFill>
                            <a:schemeClr val="tx1"/>
                          </a:solidFill>
                        </a:rPr>
                        <a:t>erbos</a:t>
                      </a:r>
                      <a:r>
                        <a:rPr lang="es-ES" sz="1600" dirty="0">
                          <a:solidFill>
                            <a:schemeClr val="tx1"/>
                          </a:solidFill>
                        </a:rPr>
                        <a:t> destructivos como "borrar", alcances masivos como "todos", y objetos sensibles como "</a:t>
                      </a:r>
                      <a:r>
                        <a:rPr lang="es-ES" sz="1600" dirty="0" err="1">
                          <a:solidFill>
                            <a:schemeClr val="tx1"/>
                          </a:solidFill>
                        </a:rPr>
                        <a:t>issues</a:t>
                      </a:r>
                      <a:r>
                        <a:rPr lang="es-ES" sz="1600" dirty="0">
                          <a:solidFill>
                            <a:schemeClr val="tx1"/>
                          </a:solidFill>
                        </a:rPr>
                        <a:t>"</a:t>
                      </a:r>
                      <a:endParaRPr sz="1600" dirty="0">
                        <a:solidFill>
                          <a:schemeClr val="tx1"/>
                        </a:solidFill>
                        <a:latin typeface="Catamaran"/>
                        <a:ea typeface="Catamaran"/>
                        <a:cs typeface="Catamaran"/>
                        <a:sym typeface="Catamaran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17898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b="1" dirty="0">
                          <a:solidFill>
                            <a:schemeClr val="dk1"/>
                          </a:solidFill>
                          <a:latin typeface="Catamaran"/>
                          <a:ea typeface="Catamaran"/>
                          <a:cs typeface="Catamaran"/>
                          <a:sym typeface="Catamaran"/>
                        </a:rPr>
                        <a:t>Sistema de Niveles de Riesgo</a:t>
                      </a:r>
                      <a:endParaRPr sz="1800" b="1" dirty="0">
                        <a:solidFill>
                          <a:schemeClr val="dk1"/>
                        </a:solidFill>
                        <a:latin typeface="Catamaran"/>
                        <a:ea typeface="Catamaran"/>
                        <a:cs typeface="Catamaran"/>
                        <a:sym typeface="Catamaran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dirty="0">
                          <a:solidFill>
                            <a:schemeClr val="tx1"/>
                          </a:solidFill>
                        </a:rPr>
                        <a:t>Decide automáticamente si una operación debe ejecutarse libremente, requerir confirmación explícita del usuario, o bloquearse completamente.</a:t>
                      </a:r>
                      <a:endParaRPr sz="1600" dirty="0">
                        <a:solidFill>
                          <a:schemeClr val="tx1"/>
                        </a:solidFill>
                        <a:latin typeface="Catamaran"/>
                        <a:ea typeface="Catamaran"/>
                        <a:cs typeface="Catamaran"/>
                        <a:sym typeface="Catamaran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cxnSp>
        <p:nvCxnSpPr>
          <p:cNvPr id="330" name="Google Shape;330;p38"/>
          <p:cNvCxnSpPr/>
          <p:nvPr/>
        </p:nvCxnSpPr>
        <p:spPr>
          <a:xfrm>
            <a:off x="313775" y="957250"/>
            <a:ext cx="8518200" cy="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7">
          <a:extLst>
            <a:ext uri="{FF2B5EF4-FFF2-40B4-BE49-F238E27FC236}">
              <a16:creationId xmlns:a16="http://schemas.microsoft.com/office/drawing/2014/main" id="{68CB98DD-727B-1AED-C590-C742A43051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38">
            <a:extLst>
              <a:ext uri="{FF2B5EF4-FFF2-40B4-BE49-F238E27FC236}">
                <a16:creationId xmlns:a16="http://schemas.microsoft.com/office/drawing/2014/main" id="{C643BDD6-3F2D-CCDB-1A49-49D2A8F83A2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28600" y="228600"/>
            <a:ext cx="8686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Tipos de Vulnerabilidades</a:t>
            </a:r>
            <a:endParaRPr dirty="0"/>
          </a:p>
        </p:txBody>
      </p:sp>
      <p:graphicFrame>
        <p:nvGraphicFramePr>
          <p:cNvPr id="329" name="Google Shape;329;p38">
            <a:extLst>
              <a:ext uri="{FF2B5EF4-FFF2-40B4-BE49-F238E27FC236}">
                <a16:creationId xmlns:a16="http://schemas.microsoft.com/office/drawing/2014/main" id="{4D054742-9962-0734-F42E-7E168F69ECD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60908047"/>
              </p:ext>
            </p:extLst>
          </p:nvPr>
        </p:nvGraphicFramePr>
        <p:xfrm>
          <a:off x="1172176" y="1152086"/>
          <a:ext cx="7072292" cy="3881729"/>
        </p:xfrm>
        <a:graphic>
          <a:graphicData uri="http://schemas.openxmlformats.org/drawingml/2006/table">
            <a:tbl>
              <a:tblPr>
                <a:noFill/>
                <a:tableStyleId>{AFFA2AFD-06B0-4EF2-91ED-501A28C2D081}</a:tableStyleId>
              </a:tblPr>
              <a:tblGrid>
                <a:gridCol w="21766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95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97060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b="1" dirty="0">
                          <a:solidFill>
                            <a:schemeClr val="dk1"/>
                          </a:solidFill>
                          <a:latin typeface="Catamaran"/>
                          <a:ea typeface="Catamaran"/>
                          <a:cs typeface="Catamaran"/>
                          <a:sym typeface="Catamaran"/>
                        </a:rPr>
                        <a:t>Prompt Injection</a:t>
                      </a:r>
                      <a:endParaRPr sz="1800" b="1" dirty="0">
                        <a:solidFill>
                          <a:schemeClr val="dk1"/>
                        </a:solidFill>
                        <a:latin typeface="Catamaran"/>
                        <a:ea typeface="Catamaran"/>
                        <a:cs typeface="Catamaran"/>
                        <a:sym typeface="Catamaran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dirty="0">
                          <a:solidFill>
                            <a:schemeClr val="tx1"/>
                          </a:solidFill>
                          <a:latin typeface="Catamaran"/>
                          <a:ea typeface="Catamaran"/>
                          <a:cs typeface="Catamaran"/>
                          <a:sym typeface="Catamaran"/>
                        </a:rPr>
                        <a:t>Un ataque donde el usuario intenta manipular el modelo para que ignore sus reglas o ejecute acciones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dirty="0">
                          <a:solidFill>
                            <a:schemeClr val="tx1"/>
                          </a:solidFill>
                          <a:latin typeface="Catamaran"/>
                          <a:ea typeface="Catamaran"/>
                          <a:cs typeface="Catamaran"/>
                          <a:sym typeface="Catamaran"/>
                        </a:rPr>
                        <a:t> no autorizadas.</a:t>
                      </a:r>
                      <a:endParaRPr sz="1400" dirty="0">
                        <a:solidFill>
                          <a:schemeClr val="tx1"/>
                        </a:solidFill>
                        <a:latin typeface="Catamaran"/>
                        <a:ea typeface="Catamaran"/>
                        <a:cs typeface="Catamaran"/>
                        <a:sym typeface="Catamaran"/>
                      </a:endParaRPr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69914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b="1" dirty="0">
                          <a:solidFill>
                            <a:schemeClr val="dk1"/>
                          </a:solidFill>
                          <a:latin typeface="Catamaran"/>
                          <a:ea typeface="Catamaran"/>
                          <a:cs typeface="Catamaran"/>
                          <a:sym typeface="Catamaran"/>
                        </a:rPr>
                        <a:t>Jailbreak</a:t>
                      </a:r>
                      <a:endParaRPr sz="1800" b="1" dirty="0">
                        <a:solidFill>
                          <a:schemeClr val="dk1"/>
                        </a:solidFill>
                        <a:latin typeface="Catamaran"/>
                        <a:ea typeface="Catamaran"/>
                        <a:cs typeface="Catamaran"/>
                        <a:sym typeface="Catamaran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dirty="0">
                          <a:solidFill>
                            <a:schemeClr val="tx1"/>
                          </a:solidFill>
                          <a:latin typeface="Catamaran"/>
                          <a:ea typeface="Catamaran"/>
                          <a:cs typeface="Catamaran"/>
                          <a:sym typeface="Catamaran"/>
                        </a:rPr>
                        <a:t>Técnicas para que el modelo rompa su personalidad, permisos o reglas internas.</a:t>
                      </a:r>
                      <a:endParaRPr sz="1600" dirty="0">
                        <a:solidFill>
                          <a:schemeClr val="tx1"/>
                        </a:solidFill>
                        <a:latin typeface="Catamaran"/>
                        <a:ea typeface="Catamaran"/>
                        <a:cs typeface="Catamaran"/>
                        <a:sym typeface="Catamaran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7060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b="1" dirty="0">
                          <a:solidFill>
                            <a:schemeClr val="dk1"/>
                          </a:solidFill>
                          <a:latin typeface="Catamaran"/>
                          <a:ea typeface="Catamaran"/>
                          <a:cs typeface="Catamaran"/>
                          <a:sym typeface="Catamaran"/>
                        </a:rPr>
                        <a:t>Fallback Seguro</a:t>
                      </a:r>
                      <a:endParaRPr sz="1800" b="1" dirty="0">
                        <a:solidFill>
                          <a:schemeClr val="dk1"/>
                        </a:solidFill>
                        <a:latin typeface="Catamaran"/>
                        <a:ea typeface="Catamaran"/>
                        <a:cs typeface="Catamaran"/>
                        <a:sym typeface="Catamaran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dirty="0">
                          <a:solidFill>
                            <a:schemeClr val="tx1"/>
                          </a:solidFill>
                        </a:rPr>
                        <a:t>Un mecanismo que protege al </a:t>
                      </a:r>
                      <a:r>
                        <a:rPr lang="es-ES" sz="1600" dirty="0" err="1">
                          <a:solidFill>
                            <a:schemeClr val="tx1"/>
                          </a:solidFill>
                        </a:rPr>
                        <a:t>bot</a:t>
                      </a:r>
                      <a:r>
                        <a:rPr lang="es-ES" sz="1600" dirty="0">
                          <a:solidFill>
                            <a:schemeClr val="tx1"/>
                          </a:solidFill>
                        </a:rPr>
                        <a:t> cuando la instrucción es ambigua, insegura o no tiene la información suficiente para decidir una acción.</a:t>
                      </a:r>
                      <a:endParaRPr sz="1600" dirty="0">
                        <a:solidFill>
                          <a:schemeClr val="tx1"/>
                        </a:solidFill>
                        <a:latin typeface="Catamaran"/>
                        <a:ea typeface="Catamaran"/>
                        <a:cs typeface="Catamaran"/>
                        <a:sym typeface="Catamaran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7060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800" b="1" dirty="0">
                          <a:solidFill>
                            <a:schemeClr val="dk1"/>
                          </a:solidFill>
                          <a:latin typeface="Catamaran"/>
                          <a:ea typeface="Catamaran"/>
                          <a:cs typeface="Catamaran"/>
                          <a:sym typeface="Catamaran"/>
                        </a:rPr>
                        <a:t>Off-</a:t>
                      </a:r>
                      <a:r>
                        <a:rPr lang="es-MX" sz="1800" b="1" dirty="0" err="1">
                          <a:solidFill>
                            <a:schemeClr val="dk1"/>
                          </a:solidFill>
                          <a:latin typeface="Catamaran"/>
                          <a:ea typeface="Catamaran"/>
                          <a:cs typeface="Catamaran"/>
                          <a:sym typeface="Catamaran"/>
                        </a:rPr>
                        <a:t>Topic</a:t>
                      </a:r>
                      <a:endParaRPr sz="1800" b="1" dirty="0">
                        <a:solidFill>
                          <a:schemeClr val="dk1"/>
                        </a:solidFill>
                        <a:latin typeface="Catamaran"/>
                        <a:ea typeface="Catamaran"/>
                        <a:cs typeface="Catamaran"/>
                        <a:sym typeface="Catamaran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dirty="0">
                          <a:solidFill>
                            <a:schemeClr val="tx1"/>
                          </a:solidFill>
                          <a:latin typeface="Catamaran"/>
                          <a:ea typeface="Catamaran"/>
                          <a:cs typeface="Catamaran"/>
                          <a:sym typeface="Catamaran"/>
                        </a:rPr>
                        <a:t>Preguntas que no tienen que ver con JIRA pero que podrían confundir al </a:t>
                      </a:r>
                      <a:r>
                        <a:rPr lang="es-ES" sz="1600" dirty="0" err="1">
                          <a:solidFill>
                            <a:schemeClr val="tx1"/>
                          </a:solidFill>
                          <a:latin typeface="Catamaran"/>
                          <a:ea typeface="Catamaran"/>
                          <a:cs typeface="Catamaran"/>
                          <a:sym typeface="Catamaran"/>
                        </a:rPr>
                        <a:t>bot</a:t>
                      </a:r>
                      <a:r>
                        <a:rPr lang="es-ES" sz="1600" dirty="0">
                          <a:solidFill>
                            <a:schemeClr val="tx1"/>
                          </a:solidFill>
                          <a:latin typeface="Catamaran"/>
                          <a:ea typeface="Catamaran"/>
                          <a:cs typeface="Catamaran"/>
                          <a:sym typeface="Catamaran"/>
                        </a:rPr>
                        <a:t> o llevarlo a usar herramientas cuando no es necesario.</a:t>
                      </a:r>
                      <a:endParaRPr sz="1600" dirty="0">
                        <a:solidFill>
                          <a:schemeClr val="tx1"/>
                        </a:solidFill>
                        <a:latin typeface="Catamaran"/>
                        <a:ea typeface="Catamaran"/>
                        <a:cs typeface="Catamaran"/>
                        <a:sym typeface="Catamaran"/>
                      </a:endParaRPr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42543662"/>
                  </a:ext>
                </a:extLst>
              </a:tr>
            </a:tbl>
          </a:graphicData>
        </a:graphic>
      </p:graphicFrame>
      <p:cxnSp>
        <p:nvCxnSpPr>
          <p:cNvPr id="330" name="Google Shape;330;p38">
            <a:extLst>
              <a:ext uri="{FF2B5EF4-FFF2-40B4-BE49-F238E27FC236}">
                <a16:creationId xmlns:a16="http://schemas.microsoft.com/office/drawing/2014/main" id="{07B17D52-1116-0651-1ADB-AA37A9EDC847}"/>
              </a:ext>
            </a:extLst>
          </p:cNvPr>
          <p:cNvCxnSpPr/>
          <p:nvPr/>
        </p:nvCxnSpPr>
        <p:spPr>
          <a:xfrm>
            <a:off x="313775" y="957250"/>
            <a:ext cx="8518200" cy="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40922438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8"/>
          <p:cNvSpPr txBox="1">
            <a:spLocks noGrp="1"/>
          </p:cNvSpPr>
          <p:nvPr>
            <p:ph type="title"/>
          </p:nvPr>
        </p:nvSpPr>
        <p:spPr>
          <a:xfrm>
            <a:off x="228600" y="228600"/>
            <a:ext cx="8686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Mejoras Implementadas</a:t>
            </a:r>
            <a:endParaRPr dirty="0"/>
          </a:p>
        </p:txBody>
      </p:sp>
      <p:sp>
        <p:nvSpPr>
          <p:cNvPr id="177" name="Google Shape;177;p28"/>
          <p:cNvSpPr txBox="1">
            <a:spLocks noGrp="1"/>
          </p:cNvSpPr>
          <p:nvPr>
            <p:ph type="title" idx="13"/>
          </p:nvPr>
        </p:nvSpPr>
        <p:spPr>
          <a:xfrm>
            <a:off x="4572000" y="1277337"/>
            <a:ext cx="2672467" cy="310503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Versión 02</a:t>
            </a:r>
            <a:endParaRPr dirty="0"/>
          </a:p>
        </p:txBody>
      </p:sp>
      <p:sp>
        <p:nvSpPr>
          <p:cNvPr id="179" name="Google Shape;179;p28"/>
          <p:cNvSpPr txBox="1">
            <a:spLocks noGrp="1"/>
          </p:cNvSpPr>
          <p:nvPr>
            <p:ph type="title" idx="15"/>
          </p:nvPr>
        </p:nvSpPr>
        <p:spPr>
          <a:xfrm>
            <a:off x="228600" y="1278325"/>
            <a:ext cx="1978152" cy="310509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Versión   01</a:t>
            </a:r>
            <a:endParaRPr dirty="0"/>
          </a:p>
        </p:txBody>
      </p:sp>
      <p:cxnSp>
        <p:nvCxnSpPr>
          <p:cNvPr id="184" name="Google Shape;184;p28"/>
          <p:cNvCxnSpPr/>
          <p:nvPr/>
        </p:nvCxnSpPr>
        <p:spPr>
          <a:xfrm>
            <a:off x="313775" y="957250"/>
            <a:ext cx="8518200" cy="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8" name="Rectangle 2">
            <a:extLst>
              <a:ext uri="{FF2B5EF4-FFF2-40B4-BE49-F238E27FC236}">
                <a16:creationId xmlns:a16="http://schemas.microsoft.com/office/drawing/2014/main" id="{650928CD-0B81-4344-64BC-4B5949AF465F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313775" y="1879252"/>
            <a:ext cx="3730401" cy="13849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⚠️ Vulnerable: "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Elimina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todos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los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issues del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proyecto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" se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ejecutaría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sin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preguntar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⚠️ Sin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protección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Jailbreak y prompt injection sin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detectar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⚠️ Sin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filtros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Respondería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preguntas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fuera del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contexto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Jira </a:t>
            </a:r>
          </a:p>
        </p:txBody>
      </p:sp>
      <p:sp>
        <p:nvSpPr>
          <p:cNvPr id="29" name="Rectangle 3">
            <a:extLst>
              <a:ext uri="{FF2B5EF4-FFF2-40B4-BE49-F238E27FC236}">
                <a16:creationId xmlns:a16="http://schemas.microsoft.com/office/drawing/2014/main" id="{6EC1BA26-0CAB-3F52-4619-FB9E53320F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0" y="1892890"/>
            <a:ext cx="3600970" cy="24622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Mantiene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todas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las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capacidades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 V1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Bloqueo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automático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operaciones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masivas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destructivas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Detección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 6+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patrones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ataque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(jailbreak, injection)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Confirmación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inteligente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solo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cuando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es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necesario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Análisis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contextual de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conversaciones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multi-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turno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Arquitectura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extensible para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futuras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reglas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seguridad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9"/>
          <p:cNvSpPr txBox="1">
            <a:spLocks noGrp="1"/>
          </p:cNvSpPr>
          <p:nvPr>
            <p:ph type="title"/>
          </p:nvPr>
        </p:nvSpPr>
        <p:spPr>
          <a:xfrm>
            <a:off x="3899650" y="228600"/>
            <a:ext cx="5015700" cy="1064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Gracias</a:t>
            </a:r>
            <a:endParaRPr dirty="0"/>
          </a:p>
        </p:txBody>
      </p:sp>
      <p:cxnSp>
        <p:nvCxnSpPr>
          <p:cNvPr id="192" name="Google Shape;192;p29"/>
          <p:cNvCxnSpPr/>
          <p:nvPr/>
        </p:nvCxnSpPr>
        <p:spPr>
          <a:xfrm>
            <a:off x="5100575" y="1293425"/>
            <a:ext cx="3731400" cy="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name="Electric Field Concepts by Slidesgo">
  <a:themeElements>
    <a:clrScheme name="Simple Light">
      <a:dk1>
        <a:srgbClr val="FFFFFF"/>
      </a:dk1>
      <a:lt1>
        <a:srgbClr val="0C0E1D"/>
      </a:lt1>
      <a:dk2>
        <a:srgbClr val="FFFFFF"/>
      </a:dk2>
      <a:lt2>
        <a:srgbClr val="FFFFFF"/>
      </a:lt2>
      <a:accent1>
        <a:srgbClr val="708CB6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383</Words>
  <Application>Microsoft Office PowerPoint</Application>
  <PresentationFormat>Presentación en pantalla (16:9)</PresentationFormat>
  <Paragraphs>60</Paragraphs>
  <Slides>7</Slides>
  <Notes>7</Notes>
  <HiddenSlides>0</HiddenSlides>
  <MMClips>0</MMClips>
  <ScaleCrop>false</ScaleCrop>
  <HeadingPairs>
    <vt:vector size="6" baseType="variant">
      <vt:variant>
        <vt:lpstr>Fuentes usadas</vt:lpstr>
      </vt:variant>
      <vt:variant>
        <vt:i4>8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6" baseType="lpstr">
      <vt:lpstr>Nunito Light</vt:lpstr>
      <vt:lpstr>DM Sans</vt:lpstr>
      <vt:lpstr>Rethink Sans</vt:lpstr>
      <vt:lpstr>Hanken Grotesk</vt:lpstr>
      <vt:lpstr>Anaheim</vt:lpstr>
      <vt:lpstr>IBM Plex Sans Light</vt:lpstr>
      <vt:lpstr>Arial</vt:lpstr>
      <vt:lpstr>Catamaran</vt:lpstr>
      <vt:lpstr>Electric Field Concepts by Slidesgo</vt:lpstr>
      <vt:lpstr>Chatbot Generador de Tareas para Jira</vt:lpstr>
      <vt:lpstr>Presentación de PowerPoint</vt:lpstr>
      <vt:lpstr>Componentes principales</vt:lpstr>
      <vt:lpstr>Nuevos componentes</vt:lpstr>
      <vt:lpstr>Tipos de Vulnerabilidades</vt:lpstr>
      <vt:lpstr>Mejoras Implementadas</vt:lpstr>
      <vt:lpstr>Gracias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regina alvarado</dc:creator>
  <cp:lastModifiedBy>Daniel Gonzalez</cp:lastModifiedBy>
  <cp:revision>2</cp:revision>
  <dcterms:modified xsi:type="dcterms:W3CDTF">2025-12-02T23:27:03Z</dcterms:modified>
</cp:coreProperties>
</file>