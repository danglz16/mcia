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s-MX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8193"/>
    <a:srgbClr val="DD8C7F"/>
    <a:srgbClr val="E4BC94"/>
    <a:srgbClr val="DCA7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5205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>
            <a:extLst>
              <a:ext uri="{FF2B5EF4-FFF2-40B4-BE49-F238E27FC236}">
                <a16:creationId xmlns:a16="http://schemas.microsoft.com/office/drawing/2014/main" id="{6A7C2A1B-2CBF-94A9-8625-A3B140526B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CDA84C4A-B84D-4742-84B9-D03F247D6E12}" type="datetimeFigureOut">
              <a:rPr lang="es-MX"/>
              <a:pPr>
                <a:defRPr/>
              </a:pPr>
              <a:t>08/02/2026</a:t>
            </a:fld>
            <a:endParaRPr lang="es-MX"/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708A7589-C094-5F78-E6E2-792B0FEFF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FAF61314-B8E8-3744-553E-31E1BA06E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B659489F-6C65-4856-91BB-461C1284E102}" type="slidenum">
              <a:rPr lang="es-MX" altLang="es-MX"/>
              <a:pPr>
                <a:defRPr/>
              </a:pPr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1255411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id="{C57EBA96-4751-5737-1759-A8879AD1F1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28A826E5-EB96-4D30-8752-9BE7C13E8F65}" type="datetimeFigureOut">
              <a:rPr lang="es-MX"/>
              <a:pPr>
                <a:defRPr/>
              </a:pPr>
              <a:t>08/02/2026</a:t>
            </a:fld>
            <a:endParaRPr lang="es-MX"/>
          </a:p>
        </p:txBody>
      </p:sp>
      <p:sp>
        <p:nvSpPr>
          <p:cNvPr id="4" name="3 Marcador de pie de página">
            <a:extLst>
              <a:ext uri="{FF2B5EF4-FFF2-40B4-BE49-F238E27FC236}">
                <a16:creationId xmlns:a16="http://schemas.microsoft.com/office/drawing/2014/main" id="{3A454D70-C743-25A2-5694-509E5400D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5" name="4 Marcador de número de diapositiva">
            <a:extLst>
              <a:ext uri="{FF2B5EF4-FFF2-40B4-BE49-F238E27FC236}">
                <a16:creationId xmlns:a16="http://schemas.microsoft.com/office/drawing/2014/main" id="{8CFE7709-BCE2-0F49-D8BC-9DC94ECE4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6CD9CAA0-CA8C-4E73-BFF8-94AA28554FC3}" type="slidenum">
              <a:rPr lang="es-MX" altLang="es-MX"/>
              <a:pPr>
                <a:defRPr/>
              </a:pPr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2129267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>
            <a:extLst>
              <a:ext uri="{FF2B5EF4-FFF2-40B4-BE49-F238E27FC236}">
                <a16:creationId xmlns:a16="http://schemas.microsoft.com/office/drawing/2014/main" id="{D31B46EA-98ED-444D-BF65-CF3F5F0F5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53DC8D81-9A11-4A38-AF82-965EB3130AFB}" type="datetimeFigureOut">
              <a:rPr lang="es-MX"/>
              <a:pPr>
                <a:defRPr/>
              </a:pPr>
              <a:t>08/02/2026</a:t>
            </a:fld>
            <a:endParaRPr lang="es-MX"/>
          </a:p>
        </p:txBody>
      </p:sp>
      <p:sp>
        <p:nvSpPr>
          <p:cNvPr id="3" name="2 Marcador de pie de página">
            <a:extLst>
              <a:ext uri="{FF2B5EF4-FFF2-40B4-BE49-F238E27FC236}">
                <a16:creationId xmlns:a16="http://schemas.microsoft.com/office/drawing/2014/main" id="{B30FC3AD-0A75-2C15-50CF-DA6160C72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4" name="3 Marcador de número de diapositiva">
            <a:extLst>
              <a:ext uri="{FF2B5EF4-FFF2-40B4-BE49-F238E27FC236}">
                <a16:creationId xmlns:a16="http://schemas.microsoft.com/office/drawing/2014/main" id="{30361628-C9CA-3771-AF2F-C6F8828B4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8C775B1-DE37-4810-84DB-F45F7F3AEA77}" type="slidenum">
              <a:rPr lang="es-MX" altLang="es-MX"/>
              <a:pPr>
                <a:defRPr/>
              </a:pPr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26059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>
            <a:extLst>
              <a:ext uri="{FF2B5EF4-FFF2-40B4-BE49-F238E27FC236}">
                <a16:creationId xmlns:a16="http://schemas.microsoft.com/office/drawing/2014/main" id="{59F721AC-489D-D122-7C51-D2A3A70DD1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FA4078BE-FBCF-4B49-8650-68B6801AFFB3}" type="datetimeFigureOut">
              <a:rPr lang="es-MX"/>
              <a:pPr>
                <a:defRPr/>
              </a:pPr>
              <a:t>08/02/2026</a:t>
            </a:fld>
            <a:endParaRPr lang="es-MX"/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831571EC-42CC-5B68-6217-43C48F72E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3DDA9A00-3885-2EFA-6792-A3725CC18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879EFC85-8E46-4520-BD44-FFD4675DDB9F}" type="slidenum">
              <a:rPr lang="es-MX" altLang="es-MX"/>
              <a:pPr>
                <a:defRPr/>
              </a:pPr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2384252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MX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>
            <a:extLst>
              <a:ext uri="{FF2B5EF4-FFF2-40B4-BE49-F238E27FC236}">
                <a16:creationId xmlns:a16="http://schemas.microsoft.com/office/drawing/2014/main" id="{1891FA16-18B6-E78B-2ECC-713FDC2D41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2D25BE1C-F31F-423C-A4A9-6E86C652EC7A}" type="datetimeFigureOut">
              <a:rPr lang="es-MX"/>
              <a:pPr>
                <a:defRPr/>
              </a:pPr>
              <a:t>08/02/2026</a:t>
            </a:fld>
            <a:endParaRPr lang="es-MX"/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B557316C-0D57-3DBF-B742-821836EDA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567F6A58-9247-2403-205D-F695DBF05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0D51781-8894-4C5A-9448-C5308B2455B6}" type="slidenum">
              <a:rPr lang="es-MX" altLang="es-MX"/>
              <a:pPr>
                <a:defRPr/>
              </a:pPr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1467122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62FFD5E3-654A-A203-2B61-C3CEEAA27E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9ACF3539-4A82-4337-B68C-286C9B5BA241}" type="datetimeFigureOut">
              <a:rPr lang="es-MX"/>
              <a:pPr>
                <a:defRPr/>
              </a:pPr>
              <a:t>08/02/2026</a:t>
            </a:fld>
            <a:endParaRPr lang="es-MX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A94DC495-F83B-846C-6559-1F84E7003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C0CCAD7A-130D-C8C2-4E61-B0B8EF7A1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1B99BA91-3F77-451D-BB9B-B19CD85153E6}" type="slidenum">
              <a:rPr lang="es-MX" altLang="es-MX"/>
              <a:pPr>
                <a:defRPr/>
              </a:pPr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1854145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D230246F-26DF-F4D4-82D7-8111DB4D95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F555AAD8-F867-446D-A81E-36CFF0AF817F}" type="datetimeFigureOut">
              <a:rPr lang="es-MX"/>
              <a:pPr>
                <a:defRPr/>
              </a:pPr>
              <a:t>08/02/2026</a:t>
            </a:fld>
            <a:endParaRPr lang="es-MX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45FC7A64-AF4C-0062-95FA-ADAA46AD4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5670F06A-0E33-F202-546B-66EF84FD0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4D5D74D9-1D8D-4A3C-9749-313D0B38895A}" type="slidenum">
              <a:rPr lang="es-MX" altLang="es-MX"/>
              <a:pPr>
                <a:defRPr/>
              </a:pPr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2126722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7 CuadroTexto">
            <a:extLst>
              <a:ext uri="{FF2B5EF4-FFF2-40B4-BE49-F238E27FC236}">
                <a16:creationId xmlns:a16="http://schemas.microsoft.com/office/drawing/2014/main" id="{31FCA981-3D74-952E-44BF-0C08C8FC522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800" y="6513512"/>
            <a:ext cx="9131300" cy="3397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s-MX" altLang="es-MX" sz="1600" dirty="0">
                <a:latin typeface="Calibri" panose="020F0502020204030204" pitchFamily="34" charset="0"/>
              </a:rPr>
              <a:t>Metodología de Proyectos		Ing. Secuencial		Ing. Daniel González</a:t>
            </a:r>
          </a:p>
        </p:txBody>
      </p:sp>
      <p:sp>
        <p:nvSpPr>
          <p:cNvPr id="9" name="8 Rectángulo">
            <a:extLst>
              <a:ext uri="{FF2B5EF4-FFF2-40B4-BE49-F238E27FC236}">
                <a16:creationId xmlns:a16="http://schemas.microsoft.com/office/drawing/2014/main" id="{E35ACBBB-3E7F-95FC-BA4B-A45AA0226E11}"/>
              </a:ext>
            </a:extLst>
          </p:cNvPr>
          <p:cNvSpPr/>
          <p:nvPr userDrawn="1"/>
        </p:nvSpPr>
        <p:spPr>
          <a:xfrm flipV="1">
            <a:off x="0" y="719138"/>
            <a:ext cx="9144000" cy="539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MX"/>
          </a:p>
        </p:txBody>
      </p:sp>
      <p:pic>
        <p:nvPicPr>
          <p:cNvPr id="1028" name="Picture 8">
            <a:extLst>
              <a:ext uri="{FF2B5EF4-FFF2-40B4-BE49-F238E27FC236}">
                <a16:creationId xmlns:a16="http://schemas.microsoft.com/office/drawing/2014/main" id="{EE917815-AC79-2BF8-2190-5453FE684B3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8210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Rectángulo">
            <a:extLst>
              <a:ext uri="{FF2B5EF4-FFF2-40B4-BE49-F238E27FC236}">
                <a16:creationId xmlns:a16="http://schemas.microsoft.com/office/drawing/2014/main" id="{F2BCA25E-A076-EAF2-3794-335F1E134075}"/>
              </a:ext>
            </a:extLst>
          </p:cNvPr>
          <p:cNvSpPr/>
          <p:nvPr/>
        </p:nvSpPr>
        <p:spPr>
          <a:xfrm>
            <a:off x="246781" y="1376496"/>
            <a:ext cx="3773458" cy="1446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s-ES" sz="4400" b="1" dirty="0">
                <a:ln w="12700">
                  <a:solidFill>
                    <a:schemeClr val="bg1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cs typeface="Arial" charset="0"/>
              </a:rPr>
              <a:t>Ingeniería Secuencial 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AA6969A9-8C37-8EA9-EADD-B797B117760A}"/>
              </a:ext>
            </a:extLst>
          </p:cNvPr>
          <p:cNvSpPr txBox="1"/>
          <p:nvPr/>
        </p:nvSpPr>
        <p:spPr>
          <a:xfrm>
            <a:off x="762000" y="3219450"/>
            <a:ext cx="3449638" cy="149284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ts val="4759"/>
              </a:lnSpc>
              <a:defRPr/>
            </a:pPr>
            <a:r>
              <a:rPr lang="en-US" sz="2000" spc="169" dirty="0">
                <a:solidFill>
                  <a:srgbClr val="191919"/>
                </a:solidFill>
              </a:rPr>
              <a:t>PRESENTA: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sz="1400" spc="169" dirty="0">
                <a:solidFill>
                  <a:srgbClr val="191919"/>
                </a:solidFill>
                <a:latin typeface="Bebas Neue"/>
              </a:rPr>
              <a:t>Ing. Gonzalez Alvarado Daniel Eduardo</a:t>
            </a:r>
            <a:endParaRPr lang="en-US" sz="2999" spc="149" dirty="0">
              <a:solidFill>
                <a:srgbClr val="191919"/>
              </a:solidFill>
              <a:latin typeface="Bebas Neue"/>
            </a:endParaRPr>
          </a:p>
          <a:p>
            <a:pPr algn="ctr" eaLnBrk="1" hangingPunct="1">
              <a:lnSpc>
                <a:spcPts val="4619"/>
              </a:lnSpc>
              <a:defRPr/>
            </a:pPr>
            <a:endParaRPr lang="en-US" sz="3299" u="sng" spc="164" dirty="0">
              <a:solidFill>
                <a:srgbClr val="191919"/>
              </a:solidFill>
              <a:latin typeface="League Gothic"/>
            </a:endParaRPr>
          </a:p>
        </p:txBody>
      </p:sp>
      <p:pic>
        <p:nvPicPr>
          <p:cNvPr id="9222" name="Picture 6" descr="31.400+ Fichas Domino Fotografías de stock, fotos e imágenes libres de  derechos - iStock | Grafico, Efecto dominó">
            <a:extLst>
              <a:ext uri="{FF2B5EF4-FFF2-40B4-BE49-F238E27FC236}">
                <a16:creationId xmlns:a16="http://schemas.microsoft.com/office/drawing/2014/main" id="{5E2DB893-267C-2022-1D7A-445ED18DE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9568" y="1651930"/>
            <a:ext cx="4738852" cy="3554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4D9D69-984D-9124-4673-784963734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52736"/>
            <a:ext cx="8229600" cy="580926"/>
          </a:xfrm>
        </p:spPr>
        <p:txBody>
          <a:bodyPr/>
          <a:lstStyle/>
          <a:p>
            <a:r>
              <a:rPr lang="es-MX" dirty="0"/>
              <a:t>¿QUE ES?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C1C184-1EC6-3BBE-C896-1A713C6EBC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988840"/>
            <a:ext cx="4038600" cy="4525963"/>
          </a:xfrm>
        </p:spPr>
        <p:txBody>
          <a:bodyPr/>
          <a:lstStyle/>
          <a:p>
            <a:r>
              <a:rPr lang="es-MX" dirty="0"/>
              <a:t>Un proceso Lineal</a:t>
            </a:r>
          </a:p>
          <a:p>
            <a:r>
              <a:rPr lang="es-MX" dirty="0"/>
              <a:t>No iterativo</a:t>
            </a:r>
          </a:p>
          <a:p>
            <a:r>
              <a:rPr lang="es-MX" dirty="0"/>
              <a:t>Requisitos Fijos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04762B2E-995B-C1E0-26B6-59711148101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73" b="41022"/>
          <a:stretch>
            <a:fillRect/>
          </a:stretch>
        </p:blipFill>
        <p:spPr>
          <a:xfrm>
            <a:off x="323528" y="4149079"/>
            <a:ext cx="8363272" cy="165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427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0533D7-3F61-CC1A-C263-587BC63DA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08720"/>
            <a:ext cx="8229600" cy="508918"/>
          </a:xfrm>
        </p:spPr>
        <p:txBody>
          <a:bodyPr/>
          <a:lstStyle/>
          <a:p>
            <a:r>
              <a:rPr lang="es-MX" dirty="0"/>
              <a:t>Metodologías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6F4465-74E0-0F99-3511-8C5BDF3C17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MX" dirty="0"/>
              <a:t>Cascada</a:t>
            </a:r>
          </a:p>
          <a:p>
            <a:r>
              <a:rPr lang="es-MX" dirty="0"/>
              <a:t>Ingeniería Concurrente</a:t>
            </a:r>
          </a:p>
          <a:p>
            <a:r>
              <a:rPr lang="es-MX" dirty="0"/>
              <a:t>Desarrollo Ajustado “Lean”</a:t>
            </a:r>
          </a:p>
          <a:p>
            <a:r>
              <a:rPr lang="es-MX" dirty="0" err="1"/>
              <a:t>Agil</a:t>
            </a:r>
            <a:endParaRPr lang="es-MX" dirty="0"/>
          </a:p>
        </p:txBody>
      </p:sp>
      <p:pic>
        <p:nvPicPr>
          <p:cNvPr id="32770" name="Picture 2">
            <a:extLst>
              <a:ext uri="{FF2B5EF4-FFF2-40B4-BE49-F238E27FC236}">
                <a16:creationId xmlns:a16="http://schemas.microsoft.com/office/drawing/2014/main" id="{97620D7B-FFF1-F7F4-142B-3F28D941D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8910" y="1700808"/>
            <a:ext cx="2489165" cy="144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72" name="Picture 4">
            <a:extLst>
              <a:ext uri="{FF2B5EF4-FFF2-40B4-BE49-F238E27FC236}">
                <a16:creationId xmlns:a16="http://schemas.microsoft.com/office/drawing/2014/main" id="{6543F0D1-0CAE-A2A5-8F4E-416574D52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2654239"/>
            <a:ext cx="2125588" cy="2125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74" name="Picture 6">
            <a:extLst>
              <a:ext uri="{FF2B5EF4-FFF2-40B4-BE49-F238E27FC236}">
                <a16:creationId xmlns:a16="http://schemas.microsoft.com/office/drawing/2014/main" id="{A8F291BF-5145-A4EC-E4D2-7661F3DC3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65" y="4735513"/>
            <a:ext cx="2667000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76" name="Picture 8">
            <a:extLst>
              <a:ext uri="{FF2B5EF4-FFF2-40B4-BE49-F238E27FC236}">
                <a16:creationId xmlns:a16="http://schemas.microsoft.com/office/drawing/2014/main" id="{EB9F88F4-8205-5C49-AF8A-2AB9DF47D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0" y="4428945"/>
            <a:ext cx="2972366" cy="2003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0605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abla&#10;&#10;El contenido generado por IA puede ser incorrecto.">
            <a:extLst>
              <a:ext uri="{FF2B5EF4-FFF2-40B4-BE49-F238E27FC236}">
                <a16:creationId xmlns:a16="http://schemas.microsoft.com/office/drawing/2014/main" id="{39ACBD44-9B31-2E1B-3B74-2CAAB02BA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362" y="1196752"/>
            <a:ext cx="8421275" cy="48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972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009CA-4FD4-E5A0-80EA-D39AC6808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El contenido generado por IA puede ser incorrecto.">
            <a:extLst>
              <a:ext uri="{FF2B5EF4-FFF2-40B4-BE49-F238E27FC236}">
                <a16:creationId xmlns:a16="http://schemas.microsoft.com/office/drawing/2014/main" id="{36AE1112-7913-F433-0528-16749B6D4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757" y="1085522"/>
            <a:ext cx="6494273" cy="507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8647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</TotalTime>
  <Words>31</Words>
  <Application>Microsoft Office PowerPoint</Application>
  <PresentationFormat>Presentación en pantalla (4:3)</PresentationFormat>
  <Paragraphs>12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Arial</vt:lpstr>
      <vt:lpstr>Calibri</vt:lpstr>
      <vt:lpstr>Aptos</vt:lpstr>
      <vt:lpstr>Bebas Neue</vt:lpstr>
      <vt:lpstr>League Gothic</vt:lpstr>
      <vt:lpstr>Tema de Office</vt:lpstr>
      <vt:lpstr>Presentación de PowerPoint</vt:lpstr>
      <vt:lpstr>¿QUE ES?</vt:lpstr>
      <vt:lpstr>Metodologías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valper</dc:creator>
  <cp:lastModifiedBy>Daniel Gonzalez</cp:lastModifiedBy>
  <cp:revision>43</cp:revision>
  <dcterms:created xsi:type="dcterms:W3CDTF">2010-06-11T20:29:13Z</dcterms:created>
  <dcterms:modified xsi:type="dcterms:W3CDTF">2026-02-09T05:46:13Z</dcterms:modified>
</cp:coreProperties>
</file>