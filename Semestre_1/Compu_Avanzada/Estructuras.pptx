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8" r:id="rId3"/>
    <p:sldId id="259" r:id="rId4"/>
    <p:sldId id="260" r:id="rId5"/>
    <p:sldId id="261" r:id="rId6"/>
    <p:sldId id="265" r:id="rId7"/>
    <p:sldId id="266" r:id="rId8"/>
    <p:sldId id="262" r:id="rId9"/>
    <p:sldId id="263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9A3667-6C06-41E6-8567-4F042FC38EF1}" v="1" dt="2022-03-08T15:07:31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Ramos" userId="fe4c4d7b7b44be02" providerId="LiveId" clId="{B09A3667-6C06-41E6-8567-4F042FC38EF1}"/>
    <pc:docChg chg="undo custSel modSld">
      <pc:chgData name="Juan Ramos" userId="fe4c4d7b7b44be02" providerId="LiveId" clId="{B09A3667-6C06-41E6-8567-4F042FC38EF1}" dt="2022-03-08T15:07:50.923" v="17" actId="26606"/>
      <pc:docMkLst>
        <pc:docMk/>
      </pc:docMkLst>
      <pc:sldChg chg="addSp delSp modSp mod setBg addAnim delAnim">
        <pc:chgData name="Juan Ramos" userId="fe4c4d7b7b44be02" providerId="LiveId" clId="{B09A3667-6C06-41E6-8567-4F042FC38EF1}" dt="2022-03-08T15:07:50.923" v="17" actId="26606"/>
        <pc:sldMkLst>
          <pc:docMk/>
          <pc:sldMk cId="2123374459" sldId="256"/>
        </pc:sldMkLst>
        <pc:spChg chg="mod">
          <ac:chgData name="Juan Ramos" userId="fe4c4d7b7b44be02" providerId="LiveId" clId="{B09A3667-6C06-41E6-8567-4F042FC38EF1}" dt="2022-03-08T15:07:50.923" v="17" actId="26606"/>
          <ac:spMkLst>
            <pc:docMk/>
            <pc:sldMk cId="2123374459" sldId="256"/>
            <ac:spMk id="2" creationId="{97390D37-2FEC-4411-80C7-67E4308A6D73}"/>
          </ac:spMkLst>
        </pc:spChg>
        <pc:spChg chg="mod">
          <ac:chgData name="Juan Ramos" userId="fe4c4d7b7b44be02" providerId="LiveId" clId="{B09A3667-6C06-41E6-8567-4F042FC38EF1}" dt="2022-03-08T15:07:50.923" v="17" actId="26606"/>
          <ac:spMkLst>
            <pc:docMk/>
            <pc:sldMk cId="2123374459" sldId="256"/>
            <ac:spMk id="3" creationId="{C2297238-4B60-4650-830B-4E0275AEAAF4}"/>
          </ac:spMkLst>
        </pc:spChg>
        <pc:spChg chg="add del">
          <ac:chgData name="Juan Ramos" userId="fe4c4d7b7b44be02" providerId="LiveId" clId="{B09A3667-6C06-41E6-8567-4F042FC38EF1}" dt="2022-03-08T15:07:50.923" v="17" actId="26606"/>
          <ac:spMkLst>
            <pc:docMk/>
            <pc:sldMk cId="2123374459" sldId="256"/>
            <ac:spMk id="13" creationId="{66D61E08-70C3-48D8-BEA0-787111DC30DA}"/>
          </ac:spMkLst>
        </pc:spChg>
        <pc:spChg chg="add del">
          <ac:chgData name="Juan Ramos" userId="fe4c4d7b7b44be02" providerId="LiveId" clId="{B09A3667-6C06-41E6-8567-4F042FC38EF1}" dt="2022-03-08T15:07:50.923" v="17" actId="26606"/>
          <ac:spMkLst>
            <pc:docMk/>
            <pc:sldMk cId="2123374459" sldId="256"/>
            <ac:spMk id="15" creationId="{FC55298F-0AE5-478E-AD2B-03C2614C5833}"/>
          </ac:spMkLst>
        </pc:spChg>
        <pc:spChg chg="add del">
          <ac:chgData name="Juan Ramos" userId="fe4c4d7b7b44be02" providerId="LiveId" clId="{B09A3667-6C06-41E6-8567-4F042FC38EF1}" dt="2022-03-08T15:07:50.923" v="17" actId="26606"/>
          <ac:spMkLst>
            <pc:docMk/>
            <pc:sldMk cId="2123374459" sldId="256"/>
            <ac:spMk id="17" creationId="{C180E4EA-0B63-4779-A895-7E90E71088F3}"/>
          </ac:spMkLst>
        </pc:spChg>
        <pc:spChg chg="add del">
          <ac:chgData name="Juan Ramos" userId="fe4c4d7b7b44be02" providerId="LiveId" clId="{B09A3667-6C06-41E6-8567-4F042FC38EF1}" dt="2022-03-08T15:07:50.923" v="17" actId="26606"/>
          <ac:spMkLst>
            <pc:docMk/>
            <pc:sldMk cId="2123374459" sldId="256"/>
            <ac:spMk id="19" creationId="{CEE01D9D-3DE8-4EED-B0D3-8F3C79CC7673}"/>
          </ac:spMkLst>
        </pc:spChg>
        <pc:spChg chg="add del">
          <ac:chgData name="Juan Ramos" userId="fe4c4d7b7b44be02" providerId="LiveId" clId="{B09A3667-6C06-41E6-8567-4F042FC38EF1}" dt="2022-03-08T15:07:50.923" v="17" actId="26606"/>
          <ac:spMkLst>
            <pc:docMk/>
            <pc:sldMk cId="2123374459" sldId="256"/>
            <ac:spMk id="21" creationId="{89AF5CE9-607F-43F4-8983-DCD6DA4051FD}"/>
          </ac:spMkLst>
        </pc:spChg>
        <pc:spChg chg="add del">
          <ac:chgData name="Juan Ramos" userId="fe4c4d7b7b44be02" providerId="LiveId" clId="{B09A3667-6C06-41E6-8567-4F042FC38EF1}" dt="2022-03-08T15:07:50.923" v="17" actId="26606"/>
          <ac:spMkLst>
            <pc:docMk/>
            <pc:sldMk cId="2123374459" sldId="256"/>
            <ac:spMk id="23" creationId="{6EEA2DBD-9E1E-4521-8C01-F32AD18A89E3}"/>
          </ac:spMkLst>
        </pc:spChg>
        <pc:spChg chg="add del">
          <ac:chgData name="Juan Ramos" userId="fe4c4d7b7b44be02" providerId="LiveId" clId="{B09A3667-6C06-41E6-8567-4F042FC38EF1}" dt="2022-03-08T15:07:50.923" v="17" actId="26606"/>
          <ac:spMkLst>
            <pc:docMk/>
            <pc:sldMk cId="2123374459" sldId="256"/>
            <ac:spMk id="25" creationId="{15BBD2C1-BA9B-46A9-A27A-33498B169272}"/>
          </ac:spMkLst>
        </pc:spChg>
        <pc:picChg chg="add del">
          <ac:chgData name="Juan Ramos" userId="fe4c4d7b7b44be02" providerId="LiveId" clId="{B09A3667-6C06-41E6-8567-4F042FC38EF1}" dt="2022-03-08T15:07:50.923" v="17" actId="26606"/>
          <ac:picMkLst>
            <pc:docMk/>
            <pc:sldMk cId="2123374459" sldId="256"/>
            <ac:picMk id="5" creationId="{0575A9CE-2226-4DBC-B457-02964B287EF3}"/>
          </ac:picMkLst>
        </pc:picChg>
        <pc:cxnChg chg="add del">
          <ac:chgData name="Juan Ramos" userId="fe4c4d7b7b44be02" providerId="LiveId" clId="{B09A3667-6C06-41E6-8567-4F042FC38EF1}" dt="2022-03-08T15:07:50.923" v="17" actId="26606"/>
          <ac:cxnSpMkLst>
            <pc:docMk/>
            <pc:sldMk cId="2123374459" sldId="256"/>
            <ac:cxnSpMk id="9" creationId="{A57C1A16-B8AB-4D99-A195-A38F556A6486}"/>
          </ac:cxnSpMkLst>
        </pc:cxnChg>
        <pc:cxnChg chg="add del">
          <ac:chgData name="Juan Ramos" userId="fe4c4d7b7b44be02" providerId="LiveId" clId="{B09A3667-6C06-41E6-8567-4F042FC38EF1}" dt="2022-03-08T15:07:50.923" v="17" actId="26606"/>
          <ac:cxnSpMkLst>
            <pc:docMk/>
            <pc:sldMk cId="2123374459" sldId="256"/>
            <ac:cxnSpMk id="11" creationId="{F8A9B20B-D1DD-4573-B5EC-558029519236}"/>
          </ac:cxnSpMkLst>
        </pc:cxnChg>
      </pc:sldChg>
      <pc:sldChg chg="modSp">
        <pc:chgData name="Juan Ramos" userId="fe4c4d7b7b44be02" providerId="LiveId" clId="{B09A3667-6C06-41E6-8567-4F042FC38EF1}" dt="2022-03-08T15:07:31.301" v="0"/>
        <pc:sldMkLst>
          <pc:docMk/>
          <pc:sldMk cId="3924122800" sldId="258"/>
        </pc:sldMkLst>
        <pc:spChg chg="mod">
          <ac:chgData name="Juan Ramos" userId="fe4c4d7b7b44be02" providerId="LiveId" clId="{B09A3667-6C06-41E6-8567-4F042FC38EF1}" dt="2022-03-08T15:07:31.301" v="0"/>
          <ac:spMkLst>
            <pc:docMk/>
            <pc:sldMk cId="3924122800" sldId="258"/>
            <ac:spMk id="2" creationId="{00000000-0000-0000-0000-000000000000}"/>
          </ac:spMkLst>
        </pc:spChg>
        <pc:spChg chg="mod">
          <ac:chgData name="Juan Ramos" userId="fe4c4d7b7b44be02" providerId="LiveId" clId="{B09A3667-6C06-41E6-8567-4F042FC38EF1}" dt="2022-03-08T15:07:31.301" v="0"/>
          <ac:spMkLst>
            <pc:docMk/>
            <pc:sldMk cId="3924122800" sldId="258"/>
            <ac:spMk id="3" creationId="{00000000-0000-0000-0000-000000000000}"/>
          </ac:spMkLst>
        </pc:spChg>
      </pc:sldChg>
      <pc:sldChg chg="modSp">
        <pc:chgData name="Juan Ramos" userId="fe4c4d7b7b44be02" providerId="LiveId" clId="{B09A3667-6C06-41E6-8567-4F042FC38EF1}" dt="2022-03-08T15:07:31.301" v="0"/>
        <pc:sldMkLst>
          <pc:docMk/>
          <pc:sldMk cId="911741281" sldId="259"/>
        </pc:sldMkLst>
        <pc:spChg chg="mod">
          <ac:chgData name="Juan Ramos" userId="fe4c4d7b7b44be02" providerId="LiveId" clId="{B09A3667-6C06-41E6-8567-4F042FC38EF1}" dt="2022-03-08T15:07:31.301" v="0"/>
          <ac:spMkLst>
            <pc:docMk/>
            <pc:sldMk cId="911741281" sldId="259"/>
            <ac:spMk id="2" creationId="{00000000-0000-0000-0000-000000000000}"/>
          </ac:spMkLst>
        </pc:spChg>
        <pc:spChg chg="mod">
          <ac:chgData name="Juan Ramos" userId="fe4c4d7b7b44be02" providerId="LiveId" clId="{B09A3667-6C06-41E6-8567-4F042FC38EF1}" dt="2022-03-08T15:07:31.301" v="0"/>
          <ac:spMkLst>
            <pc:docMk/>
            <pc:sldMk cId="911741281" sldId="259"/>
            <ac:spMk id="3" creationId="{00000000-0000-0000-0000-000000000000}"/>
          </ac:spMkLst>
        </pc:spChg>
      </pc:sldChg>
      <pc:sldChg chg="modSp mod">
        <pc:chgData name="Juan Ramos" userId="fe4c4d7b7b44be02" providerId="LiveId" clId="{B09A3667-6C06-41E6-8567-4F042FC38EF1}" dt="2022-03-08T15:07:31.682" v="1" actId="27636"/>
        <pc:sldMkLst>
          <pc:docMk/>
          <pc:sldMk cId="1033731272" sldId="260"/>
        </pc:sldMkLst>
        <pc:spChg chg="mod">
          <ac:chgData name="Juan Ramos" userId="fe4c4d7b7b44be02" providerId="LiveId" clId="{B09A3667-6C06-41E6-8567-4F042FC38EF1}" dt="2022-03-08T15:07:31.301" v="0"/>
          <ac:spMkLst>
            <pc:docMk/>
            <pc:sldMk cId="1033731272" sldId="260"/>
            <ac:spMk id="2" creationId="{00000000-0000-0000-0000-000000000000}"/>
          </ac:spMkLst>
        </pc:spChg>
        <pc:spChg chg="mod">
          <ac:chgData name="Juan Ramos" userId="fe4c4d7b7b44be02" providerId="LiveId" clId="{B09A3667-6C06-41E6-8567-4F042FC38EF1}" dt="2022-03-08T15:07:31.682" v="1" actId="27636"/>
          <ac:spMkLst>
            <pc:docMk/>
            <pc:sldMk cId="1033731272" sldId="260"/>
            <ac:spMk id="3" creationId="{00000000-0000-0000-0000-000000000000}"/>
          </ac:spMkLst>
        </pc:spChg>
      </pc:sldChg>
      <pc:sldChg chg="modSp mod">
        <pc:chgData name="Juan Ramos" userId="fe4c4d7b7b44be02" providerId="LiveId" clId="{B09A3667-6C06-41E6-8567-4F042FC38EF1}" dt="2022-03-08T15:07:31.779" v="3" actId="27636"/>
        <pc:sldMkLst>
          <pc:docMk/>
          <pc:sldMk cId="3552447993" sldId="261"/>
        </pc:sldMkLst>
        <pc:spChg chg="mod">
          <ac:chgData name="Juan Ramos" userId="fe4c4d7b7b44be02" providerId="LiveId" clId="{B09A3667-6C06-41E6-8567-4F042FC38EF1}" dt="2022-03-08T15:07:31.301" v="0"/>
          <ac:spMkLst>
            <pc:docMk/>
            <pc:sldMk cId="3552447993" sldId="261"/>
            <ac:spMk id="2" creationId="{00000000-0000-0000-0000-000000000000}"/>
          </ac:spMkLst>
        </pc:spChg>
        <pc:spChg chg="mod">
          <ac:chgData name="Juan Ramos" userId="fe4c4d7b7b44be02" providerId="LiveId" clId="{B09A3667-6C06-41E6-8567-4F042FC38EF1}" dt="2022-03-08T15:07:31.779" v="3" actId="27636"/>
          <ac:spMkLst>
            <pc:docMk/>
            <pc:sldMk cId="3552447993" sldId="261"/>
            <ac:spMk id="3" creationId="{00000000-0000-0000-0000-000000000000}"/>
          </ac:spMkLst>
        </pc:spChg>
        <pc:spChg chg="mod">
          <ac:chgData name="Juan Ramos" userId="fe4c4d7b7b44be02" providerId="LiveId" clId="{B09A3667-6C06-41E6-8567-4F042FC38EF1}" dt="2022-03-08T15:07:31.777" v="2" actId="27636"/>
          <ac:spMkLst>
            <pc:docMk/>
            <pc:sldMk cId="3552447993" sldId="261"/>
            <ac:spMk id="4" creationId="{00000000-0000-0000-0000-000000000000}"/>
          </ac:spMkLst>
        </pc:spChg>
      </pc:sldChg>
      <pc:sldChg chg="modSp mod">
        <pc:chgData name="Juan Ramos" userId="fe4c4d7b7b44be02" providerId="LiveId" clId="{B09A3667-6C06-41E6-8567-4F042FC38EF1}" dt="2022-03-08T15:07:31.971" v="9" actId="27636"/>
        <pc:sldMkLst>
          <pc:docMk/>
          <pc:sldMk cId="3549061784" sldId="262"/>
        </pc:sldMkLst>
        <pc:spChg chg="mod">
          <ac:chgData name="Juan Ramos" userId="fe4c4d7b7b44be02" providerId="LiveId" clId="{B09A3667-6C06-41E6-8567-4F042FC38EF1}" dt="2022-03-08T15:07:31.301" v="0"/>
          <ac:spMkLst>
            <pc:docMk/>
            <pc:sldMk cId="3549061784" sldId="262"/>
            <ac:spMk id="2" creationId="{00000000-0000-0000-0000-000000000000}"/>
          </ac:spMkLst>
        </pc:spChg>
        <pc:spChg chg="mod">
          <ac:chgData name="Juan Ramos" userId="fe4c4d7b7b44be02" providerId="LiveId" clId="{B09A3667-6C06-41E6-8567-4F042FC38EF1}" dt="2022-03-08T15:07:31.971" v="9" actId="27636"/>
          <ac:spMkLst>
            <pc:docMk/>
            <pc:sldMk cId="3549061784" sldId="262"/>
            <ac:spMk id="3" creationId="{00000000-0000-0000-0000-000000000000}"/>
          </ac:spMkLst>
        </pc:spChg>
        <pc:spChg chg="mod">
          <ac:chgData name="Juan Ramos" userId="fe4c4d7b7b44be02" providerId="LiveId" clId="{B09A3667-6C06-41E6-8567-4F042FC38EF1}" dt="2022-03-08T15:07:31.968" v="8" actId="27636"/>
          <ac:spMkLst>
            <pc:docMk/>
            <pc:sldMk cId="3549061784" sldId="262"/>
            <ac:spMk id="4" creationId="{00000000-0000-0000-0000-000000000000}"/>
          </ac:spMkLst>
        </pc:spChg>
      </pc:sldChg>
      <pc:sldChg chg="modSp mod">
        <pc:chgData name="Juan Ramos" userId="fe4c4d7b7b44be02" providerId="LiveId" clId="{B09A3667-6C06-41E6-8567-4F042FC38EF1}" dt="2022-03-08T15:07:32.103" v="12" actId="27636"/>
        <pc:sldMkLst>
          <pc:docMk/>
          <pc:sldMk cId="3605640742" sldId="263"/>
        </pc:sldMkLst>
        <pc:spChg chg="mod">
          <ac:chgData name="Juan Ramos" userId="fe4c4d7b7b44be02" providerId="LiveId" clId="{B09A3667-6C06-41E6-8567-4F042FC38EF1}" dt="2022-03-08T15:07:31.301" v="0"/>
          <ac:spMkLst>
            <pc:docMk/>
            <pc:sldMk cId="3605640742" sldId="263"/>
            <ac:spMk id="2" creationId="{00000000-0000-0000-0000-000000000000}"/>
          </ac:spMkLst>
        </pc:spChg>
        <pc:spChg chg="mod">
          <ac:chgData name="Juan Ramos" userId="fe4c4d7b7b44be02" providerId="LiveId" clId="{B09A3667-6C06-41E6-8567-4F042FC38EF1}" dt="2022-03-08T15:07:32.103" v="11" actId="27636"/>
          <ac:spMkLst>
            <pc:docMk/>
            <pc:sldMk cId="3605640742" sldId="263"/>
            <ac:spMk id="3" creationId="{00000000-0000-0000-0000-000000000000}"/>
          </ac:spMkLst>
        </pc:spChg>
        <pc:spChg chg="mod">
          <ac:chgData name="Juan Ramos" userId="fe4c4d7b7b44be02" providerId="LiveId" clId="{B09A3667-6C06-41E6-8567-4F042FC38EF1}" dt="2022-03-08T15:07:32.103" v="12" actId="27636"/>
          <ac:spMkLst>
            <pc:docMk/>
            <pc:sldMk cId="3605640742" sldId="263"/>
            <ac:spMk id="4" creationId="{00000000-0000-0000-0000-000000000000}"/>
          </ac:spMkLst>
        </pc:spChg>
      </pc:sldChg>
      <pc:sldChg chg="modSp mod">
        <pc:chgData name="Juan Ramos" userId="fe4c4d7b7b44be02" providerId="LiveId" clId="{B09A3667-6C06-41E6-8567-4F042FC38EF1}" dt="2022-03-08T15:07:31.821" v="4" actId="27636"/>
        <pc:sldMkLst>
          <pc:docMk/>
          <pc:sldMk cId="89228004" sldId="265"/>
        </pc:sldMkLst>
        <pc:spChg chg="mod">
          <ac:chgData name="Juan Ramos" userId="fe4c4d7b7b44be02" providerId="LiveId" clId="{B09A3667-6C06-41E6-8567-4F042FC38EF1}" dt="2022-03-08T15:07:31.301" v="0"/>
          <ac:spMkLst>
            <pc:docMk/>
            <pc:sldMk cId="89228004" sldId="265"/>
            <ac:spMk id="2" creationId="{00000000-0000-0000-0000-000000000000}"/>
          </ac:spMkLst>
        </pc:spChg>
        <pc:spChg chg="mod">
          <ac:chgData name="Juan Ramos" userId="fe4c4d7b7b44be02" providerId="LiveId" clId="{B09A3667-6C06-41E6-8567-4F042FC38EF1}" dt="2022-03-08T15:07:31.821" v="4" actId="27636"/>
          <ac:spMkLst>
            <pc:docMk/>
            <pc:sldMk cId="89228004" sldId="265"/>
            <ac:spMk id="3" creationId="{00000000-0000-0000-0000-000000000000}"/>
          </ac:spMkLst>
        </pc:spChg>
      </pc:sldChg>
      <pc:sldChg chg="modSp mod">
        <pc:chgData name="Juan Ramos" userId="fe4c4d7b7b44be02" providerId="LiveId" clId="{B09A3667-6C06-41E6-8567-4F042FC38EF1}" dt="2022-03-08T15:07:31.915" v="7" actId="27636"/>
        <pc:sldMkLst>
          <pc:docMk/>
          <pc:sldMk cId="1314098347" sldId="266"/>
        </pc:sldMkLst>
        <pc:spChg chg="mod">
          <ac:chgData name="Juan Ramos" userId="fe4c4d7b7b44be02" providerId="LiveId" clId="{B09A3667-6C06-41E6-8567-4F042FC38EF1}" dt="2022-03-08T15:07:31.301" v="0"/>
          <ac:spMkLst>
            <pc:docMk/>
            <pc:sldMk cId="1314098347" sldId="266"/>
            <ac:spMk id="2" creationId="{00000000-0000-0000-0000-000000000000}"/>
          </ac:spMkLst>
        </pc:spChg>
        <pc:spChg chg="mod">
          <ac:chgData name="Juan Ramos" userId="fe4c4d7b7b44be02" providerId="LiveId" clId="{B09A3667-6C06-41E6-8567-4F042FC38EF1}" dt="2022-03-08T15:07:31.914" v="6" actId="27636"/>
          <ac:spMkLst>
            <pc:docMk/>
            <pc:sldMk cId="1314098347" sldId="266"/>
            <ac:spMk id="3" creationId="{00000000-0000-0000-0000-000000000000}"/>
          </ac:spMkLst>
        </pc:spChg>
        <pc:spChg chg="mod">
          <ac:chgData name="Juan Ramos" userId="fe4c4d7b7b44be02" providerId="LiveId" clId="{B09A3667-6C06-41E6-8567-4F042FC38EF1}" dt="2022-03-08T15:07:31.915" v="7" actId="27636"/>
          <ac:spMkLst>
            <pc:docMk/>
            <pc:sldMk cId="1314098347" sldId="266"/>
            <ac:spMk id="4" creationId="{00000000-0000-0000-0000-000000000000}"/>
          </ac:spMkLst>
        </pc:spChg>
      </pc:sldChg>
      <pc:sldChg chg="modSp mod">
        <pc:chgData name="Juan Ramos" userId="fe4c4d7b7b44be02" providerId="LiveId" clId="{B09A3667-6C06-41E6-8567-4F042FC38EF1}" dt="2022-03-08T15:07:32.143" v="14" actId="27636"/>
        <pc:sldMkLst>
          <pc:docMk/>
          <pc:sldMk cId="606177399" sldId="267"/>
        </pc:sldMkLst>
        <pc:spChg chg="mod">
          <ac:chgData name="Juan Ramos" userId="fe4c4d7b7b44be02" providerId="LiveId" clId="{B09A3667-6C06-41E6-8567-4F042FC38EF1}" dt="2022-03-08T15:07:31.301" v="0"/>
          <ac:spMkLst>
            <pc:docMk/>
            <pc:sldMk cId="606177399" sldId="267"/>
            <ac:spMk id="2" creationId="{00000000-0000-0000-0000-000000000000}"/>
          </ac:spMkLst>
        </pc:spChg>
        <pc:spChg chg="mod">
          <ac:chgData name="Juan Ramos" userId="fe4c4d7b7b44be02" providerId="LiveId" clId="{B09A3667-6C06-41E6-8567-4F042FC38EF1}" dt="2022-03-08T15:07:32.140" v="13" actId="27636"/>
          <ac:spMkLst>
            <pc:docMk/>
            <pc:sldMk cId="606177399" sldId="267"/>
            <ac:spMk id="3" creationId="{00000000-0000-0000-0000-000000000000}"/>
          </ac:spMkLst>
        </pc:spChg>
        <pc:spChg chg="mod">
          <ac:chgData name="Juan Ramos" userId="fe4c4d7b7b44be02" providerId="LiveId" clId="{B09A3667-6C06-41E6-8567-4F042FC38EF1}" dt="2022-03-08T15:07:32.143" v="14" actId="27636"/>
          <ac:spMkLst>
            <pc:docMk/>
            <pc:sldMk cId="606177399" sldId="267"/>
            <ac:spMk id="5" creationId="{00000000-0000-0000-0000-000000000000}"/>
          </ac:spMkLst>
        </pc:spChg>
      </pc:sldChg>
      <pc:sldChg chg="modSp">
        <pc:chgData name="Juan Ramos" userId="fe4c4d7b7b44be02" providerId="LiveId" clId="{B09A3667-6C06-41E6-8567-4F042FC38EF1}" dt="2022-03-08T15:07:31.301" v="0"/>
        <pc:sldMkLst>
          <pc:docMk/>
          <pc:sldMk cId="1985928215" sldId="268"/>
        </pc:sldMkLst>
        <pc:spChg chg="mod">
          <ac:chgData name="Juan Ramos" userId="fe4c4d7b7b44be02" providerId="LiveId" clId="{B09A3667-6C06-41E6-8567-4F042FC38EF1}" dt="2022-03-08T15:07:31.301" v="0"/>
          <ac:spMkLst>
            <pc:docMk/>
            <pc:sldMk cId="1985928215" sldId="268"/>
            <ac:spMk id="2" creationId="{00000000-0000-0000-0000-000000000000}"/>
          </ac:spMkLst>
        </pc:spChg>
        <pc:spChg chg="mod">
          <ac:chgData name="Juan Ramos" userId="fe4c4d7b7b44be02" providerId="LiveId" clId="{B09A3667-6C06-41E6-8567-4F042FC38EF1}" dt="2022-03-08T15:07:31.301" v="0"/>
          <ac:spMkLst>
            <pc:docMk/>
            <pc:sldMk cId="1985928215" sldId="268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346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964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916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252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9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959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648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29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60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659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2609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303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2088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847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859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711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5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0D37-2FEC-4411-80C7-67E4308A6D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Estructuras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297238-4B60-4650-830B-4E0275AEAA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23374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2.1 Estructuras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 un arreglo de datos estructurados.</a:t>
            </a:r>
            <a:endParaRPr lang="es-ES" dirty="0"/>
          </a:p>
          <a:p>
            <a:r>
              <a:rPr lang="es-MX" dirty="0"/>
              <a:t>Se conocen también como registros (records).</a:t>
            </a:r>
          </a:p>
          <a:p>
            <a:r>
              <a:rPr lang="es-MX" dirty="0"/>
              <a:t>Agrupan variables de distintos tipos.</a:t>
            </a:r>
          </a:p>
          <a:p>
            <a:r>
              <a:rPr lang="es-MX" dirty="0"/>
              <a:t>Los datos tienen algo en común.</a:t>
            </a:r>
          </a:p>
          <a:p>
            <a:r>
              <a:rPr lang="es-MX" dirty="0"/>
              <a:t>Se </a:t>
            </a:r>
            <a:r>
              <a:rPr lang="es-MX" dirty="0" err="1"/>
              <a:t>accesa</a:t>
            </a:r>
            <a:r>
              <a:rPr lang="es-MX" dirty="0"/>
              <a:t> a los datos a través de un mismo identificador, o por separado.</a:t>
            </a:r>
            <a:endParaRPr lang="es-ES" dirty="0"/>
          </a:p>
          <a:p>
            <a:r>
              <a:rPr lang="es-MX" dirty="0"/>
              <a:t>Similares a bases de datos.</a:t>
            </a:r>
          </a:p>
          <a:p>
            <a:r>
              <a:rPr lang="es-MX" dirty="0"/>
              <a:t>Cada objeto de una estructura se denomina campo (</a:t>
            </a:r>
            <a:r>
              <a:rPr lang="es-MX" dirty="0" err="1"/>
              <a:t>field</a:t>
            </a:r>
            <a:r>
              <a:rPr lang="es-MX" dirty="0"/>
              <a:t>).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4122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de una estructura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struct</a:t>
            </a:r>
            <a:r>
              <a:rPr lang="es-MX" dirty="0"/>
              <a:t> [&lt;identificador&gt;] {</a:t>
            </a:r>
            <a:endParaRPr lang="es-ES" dirty="0"/>
          </a:p>
          <a:p>
            <a:pPr marL="0" indent="0">
              <a:buNone/>
            </a:pPr>
            <a:r>
              <a:rPr lang="es-MX" dirty="0"/>
              <a:t>   [&lt;tipo&gt; &lt;</a:t>
            </a:r>
            <a:r>
              <a:rPr lang="es-MX" dirty="0" err="1"/>
              <a:t>nombre_objeto</a:t>
            </a:r>
            <a:r>
              <a:rPr lang="es-MX" dirty="0"/>
              <a:t>&gt;[,&lt;</a:t>
            </a:r>
            <a:r>
              <a:rPr lang="es-MX" dirty="0" err="1"/>
              <a:t>nombre_objeto</a:t>
            </a:r>
            <a:r>
              <a:rPr lang="es-MX" dirty="0"/>
              <a:t>&gt;,...]];</a:t>
            </a:r>
            <a:endParaRPr lang="es-ES" dirty="0"/>
          </a:p>
          <a:p>
            <a:pPr marL="0" indent="0">
              <a:buNone/>
            </a:pPr>
            <a:r>
              <a:rPr lang="es-MX" dirty="0"/>
              <a:t>} [&lt;</a:t>
            </a:r>
            <a:r>
              <a:rPr lang="es-MX" dirty="0" err="1"/>
              <a:t>objeto_estructura</a:t>
            </a:r>
            <a:r>
              <a:rPr lang="es-MX" dirty="0"/>
              <a:t>&gt;[,&lt;</a:t>
            </a:r>
            <a:r>
              <a:rPr lang="es-MX" dirty="0" err="1"/>
              <a:t>objeto_estructura</a:t>
            </a:r>
            <a:r>
              <a:rPr lang="es-MX" dirty="0"/>
              <a:t>&gt;,...];</a:t>
            </a: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11741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de declaración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2149438"/>
            <a:ext cx="8596668" cy="3880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 err="1"/>
              <a:t>struct</a:t>
            </a:r>
            <a:r>
              <a:rPr lang="es-MX" dirty="0"/>
              <a:t> Agenda {</a:t>
            </a:r>
            <a:endParaRPr lang="es-ES" dirty="0"/>
          </a:p>
          <a:p>
            <a:pPr marL="0" indent="0">
              <a:buNone/>
            </a:pPr>
            <a:r>
              <a:rPr lang="es-MX" dirty="0"/>
              <a:t>	</a:t>
            </a:r>
            <a:r>
              <a:rPr lang="es-MX" dirty="0" err="1"/>
              <a:t>char</a:t>
            </a:r>
            <a:r>
              <a:rPr lang="es-MX" dirty="0"/>
              <a:t> Nombre[65]; </a:t>
            </a:r>
            <a:endParaRPr lang="es-ES" dirty="0"/>
          </a:p>
          <a:p>
            <a:pPr marL="0" indent="0">
              <a:buNone/>
            </a:pPr>
            <a:r>
              <a:rPr lang="es-MX" dirty="0"/>
              <a:t>	</a:t>
            </a:r>
            <a:r>
              <a:rPr lang="es-MX" dirty="0" err="1"/>
              <a:t>char</a:t>
            </a:r>
            <a:r>
              <a:rPr lang="es-MX" dirty="0"/>
              <a:t> </a:t>
            </a:r>
            <a:r>
              <a:rPr lang="es-MX" dirty="0" err="1"/>
              <a:t>Direccion</a:t>
            </a:r>
            <a:r>
              <a:rPr lang="es-MX" dirty="0"/>
              <a:t>[65]; </a:t>
            </a:r>
            <a:endParaRPr lang="es-ES" dirty="0"/>
          </a:p>
          <a:p>
            <a:pPr marL="0" indent="0">
              <a:buNone/>
            </a:pPr>
            <a:r>
              <a:rPr lang="es-MX" dirty="0"/>
              <a:t>	</a:t>
            </a:r>
            <a:r>
              <a:rPr lang="es-MX" dirty="0" err="1"/>
              <a:t>char</a:t>
            </a:r>
            <a:r>
              <a:rPr lang="es-MX" dirty="0"/>
              <a:t> </a:t>
            </a:r>
            <a:r>
              <a:rPr lang="es-MX" dirty="0" err="1"/>
              <a:t>Telefono</a:t>
            </a:r>
            <a:r>
              <a:rPr lang="es-MX" dirty="0"/>
              <a:t>[10]; </a:t>
            </a:r>
          </a:p>
          <a:p>
            <a:pPr marL="0" indent="0">
              <a:buNone/>
            </a:pPr>
            <a:r>
              <a:rPr lang="es-MX" dirty="0"/>
              <a:t>	</a:t>
            </a:r>
            <a:r>
              <a:rPr lang="es-MX" dirty="0" err="1"/>
              <a:t>int</a:t>
            </a:r>
            <a:r>
              <a:rPr lang="es-MX" dirty="0"/>
              <a:t> edad;</a:t>
            </a:r>
            <a:endParaRPr lang="es-ES" dirty="0"/>
          </a:p>
          <a:p>
            <a:pPr marL="0" indent="0">
              <a:buNone/>
            </a:pPr>
            <a:r>
              <a:rPr lang="es-MX" dirty="0"/>
              <a:t>} Persona;</a:t>
            </a:r>
            <a:endParaRPr lang="es-ES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Este ejemplo define la estructura Agenda y declara a Persona como un objeto de ese tipo. Para acceder al nombre de Persona, por ejemplo para visualizarlo, usaremos la forma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cout</a:t>
            </a:r>
            <a:r>
              <a:rPr lang="es-MX" dirty="0"/>
              <a:t> &lt;&lt; </a:t>
            </a:r>
            <a:r>
              <a:rPr lang="es-MX" dirty="0" err="1"/>
              <a:t>Persona.Nombre</a:t>
            </a:r>
            <a:r>
              <a:rPr lang="es-MX" dirty="0"/>
              <a:t>;</a:t>
            </a: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33731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de uso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#</a:t>
            </a:r>
            <a:r>
              <a:rPr lang="es-ES" dirty="0" err="1"/>
              <a:t>include</a:t>
            </a:r>
            <a:r>
              <a:rPr lang="es-ES" dirty="0"/>
              <a:t> &lt;</a:t>
            </a:r>
            <a:r>
              <a:rPr lang="es-ES" dirty="0" err="1"/>
              <a:t>string.h</a:t>
            </a:r>
            <a:r>
              <a:rPr lang="es-ES" dirty="0"/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E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 err="1"/>
              <a:t>struct</a:t>
            </a:r>
            <a:r>
              <a:rPr lang="es-ES" dirty="0"/>
              <a:t> Agenda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Nombre[65];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</a:t>
            </a:r>
            <a:r>
              <a:rPr lang="es-ES" dirty="0" err="1"/>
              <a:t>Direccion</a:t>
            </a:r>
            <a:r>
              <a:rPr lang="es-ES" dirty="0"/>
              <a:t>[65];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</a:t>
            </a:r>
            <a:r>
              <a:rPr lang="es-ES" dirty="0" err="1"/>
              <a:t>Telefono</a:t>
            </a:r>
            <a:r>
              <a:rPr lang="es-ES" dirty="0"/>
              <a:t>[10];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int</a:t>
            </a:r>
            <a:r>
              <a:rPr lang="es-ES" dirty="0"/>
              <a:t> edad;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} Persona;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284274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strcpy_s</a:t>
            </a:r>
            <a:r>
              <a:rPr lang="es-ES" dirty="0"/>
              <a:t>(</a:t>
            </a:r>
            <a:r>
              <a:rPr lang="es-ES" dirty="0" err="1"/>
              <a:t>Persona.Nombre</a:t>
            </a:r>
            <a:r>
              <a:rPr lang="es-ES" dirty="0"/>
              <a:t>, "Juan");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Persona.edad</a:t>
            </a:r>
            <a:r>
              <a:rPr lang="es-ES" dirty="0"/>
              <a:t> = 15;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cout</a:t>
            </a:r>
            <a:r>
              <a:rPr lang="es-ES" dirty="0"/>
              <a:t> &lt;&lt; </a:t>
            </a:r>
            <a:r>
              <a:rPr lang="es-ES" dirty="0" err="1"/>
              <a:t>Persona.Nombre</a:t>
            </a:r>
            <a:r>
              <a:rPr lang="es-ES" dirty="0"/>
              <a:t> &lt;&lt; " tiene "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	 &lt;&lt; </a:t>
            </a:r>
            <a:r>
              <a:rPr lang="es-ES" dirty="0" err="1"/>
              <a:t>Persona.edad</a:t>
            </a:r>
            <a:r>
              <a:rPr lang="es-ES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}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52447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inicializando valores de la estructura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 err="1"/>
              <a:t>struct</a:t>
            </a:r>
            <a:r>
              <a:rPr lang="es-ES" dirty="0"/>
              <a:t> Agenda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Nombre[65];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</a:t>
            </a:r>
            <a:r>
              <a:rPr lang="es-ES" dirty="0" err="1"/>
              <a:t>Direccion</a:t>
            </a:r>
            <a:r>
              <a:rPr lang="es-ES" dirty="0"/>
              <a:t>[65];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</a:t>
            </a:r>
            <a:r>
              <a:rPr lang="es-ES" dirty="0" err="1"/>
              <a:t>Telefono</a:t>
            </a:r>
            <a:r>
              <a:rPr lang="es-ES" dirty="0"/>
              <a:t>[11];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int</a:t>
            </a:r>
            <a:r>
              <a:rPr lang="es-ES" dirty="0"/>
              <a:t> edad;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E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Agenda Persona = { "Juan", "Calle del Estudiante No. 60", "4421122334", 15 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cout</a:t>
            </a:r>
            <a:r>
              <a:rPr lang="es-ES" dirty="0"/>
              <a:t> &lt;&lt; "Nombre:    " &lt;&lt; </a:t>
            </a:r>
            <a:r>
              <a:rPr lang="es-ES" dirty="0" err="1"/>
              <a:t>Persona.Nombre</a:t>
            </a:r>
            <a:r>
              <a:rPr lang="es-ES" dirty="0"/>
              <a:t> &lt;&lt; </a:t>
            </a:r>
            <a:r>
              <a:rPr lang="es-ES" dirty="0" err="1"/>
              <a:t>endl</a:t>
            </a:r>
            <a:r>
              <a:rPr lang="es-ES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cout</a:t>
            </a:r>
            <a:r>
              <a:rPr lang="es-ES" dirty="0"/>
              <a:t> &lt;&lt; "</a:t>
            </a:r>
            <a:r>
              <a:rPr lang="es-ES" dirty="0" err="1"/>
              <a:t>Direccion</a:t>
            </a:r>
            <a:r>
              <a:rPr lang="es-ES" dirty="0"/>
              <a:t>: " &lt;&lt; </a:t>
            </a:r>
            <a:r>
              <a:rPr lang="es-ES" dirty="0" err="1"/>
              <a:t>Persona.Direccion</a:t>
            </a:r>
            <a:r>
              <a:rPr lang="es-ES" dirty="0"/>
              <a:t> &lt;&lt; </a:t>
            </a:r>
            <a:r>
              <a:rPr lang="es-ES" dirty="0" err="1"/>
              <a:t>endl</a:t>
            </a:r>
            <a:r>
              <a:rPr lang="es-ES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cout</a:t>
            </a:r>
            <a:r>
              <a:rPr lang="es-ES" dirty="0"/>
              <a:t> &lt;&lt; "</a:t>
            </a:r>
            <a:r>
              <a:rPr lang="es-ES" dirty="0" err="1"/>
              <a:t>Telefono</a:t>
            </a:r>
            <a:r>
              <a:rPr lang="es-ES" dirty="0"/>
              <a:t>:  " &lt;&lt; </a:t>
            </a:r>
            <a:r>
              <a:rPr lang="es-ES" dirty="0" err="1"/>
              <a:t>Persona.Telefono</a:t>
            </a:r>
            <a:r>
              <a:rPr lang="es-ES" dirty="0"/>
              <a:t> &lt;&lt; </a:t>
            </a:r>
            <a:r>
              <a:rPr lang="es-ES" dirty="0" err="1"/>
              <a:t>endl</a:t>
            </a:r>
            <a:r>
              <a:rPr lang="es-ES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cout</a:t>
            </a:r>
            <a:r>
              <a:rPr lang="es-ES" dirty="0"/>
              <a:t> &lt;&lt; "Edad:      " &lt;&lt; </a:t>
            </a:r>
            <a:r>
              <a:rPr lang="es-ES" dirty="0" err="1"/>
              <a:t>Persona.edad</a:t>
            </a:r>
            <a:r>
              <a:rPr lang="es-ES" dirty="0"/>
              <a:t> &lt;&lt; </a:t>
            </a:r>
            <a:r>
              <a:rPr lang="es-ES" dirty="0" err="1"/>
              <a:t>endl</a:t>
            </a:r>
            <a:r>
              <a:rPr lang="es-ES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228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usando constructores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86678" y="2160589"/>
            <a:ext cx="5444686" cy="3880772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 err="1"/>
              <a:t>struct</a:t>
            </a:r>
            <a:r>
              <a:rPr lang="es-ES" dirty="0"/>
              <a:t> Agenda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Nombre[65];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</a:t>
            </a:r>
            <a:r>
              <a:rPr lang="es-ES" dirty="0" err="1"/>
              <a:t>Direccion</a:t>
            </a:r>
            <a:r>
              <a:rPr lang="es-ES" dirty="0"/>
              <a:t>[65];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</a:t>
            </a:r>
            <a:r>
              <a:rPr lang="es-ES" dirty="0" err="1"/>
              <a:t>Telefono</a:t>
            </a:r>
            <a:r>
              <a:rPr lang="es-ES" dirty="0"/>
              <a:t>[15];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int</a:t>
            </a:r>
            <a:r>
              <a:rPr lang="es-ES" dirty="0"/>
              <a:t> edad;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E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Agenda()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	</a:t>
            </a:r>
            <a:r>
              <a:rPr lang="es-ES" dirty="0" err="1"/>
              <a:t>strcpy_s</a:t>
            </a:r>
            <a:r>
              <a:rPr lang="es-ES" dirty="0"/>
              <a:t>(Nombre, "Juan");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	</a:t>
            </a:r>
            <a:r>
              <a:rPr lang="es-ES" dirty="0" err="1"/>
              <a:t>strcpy_s</a:t>
            </a:r>
            <a:r>
              <a:rPr lang="es-ES" dirty="0"/>
              <a:t>(</a:t>
            </a:r>
            <a:r>
              <a:rPr lang="es-ES" dirty="0" err="1"/>
              <a:t>Direccion</a:t>
            </a:r>
            <a:r>
              <a:rPr lang="es-ES" dirty="0"/>
              <a:t>, "Calle del Reprobado No. 41");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	</a:t>
            </a:r>
            <a:r>
              <a:rPr lang="es-ES" dirty="0" err="1"/>
              <a:t>strcpy_s</a:t>
            </a:r>
            <a:r>
              <a:rPr lang="es-ES" dirty="0"/>
              <a:t>(</a:t>
            </a:r>
            <a:r>
              <a:rPr lang="es-ES" dirty="0" err="1"/>
              <a:t>Telefono</a:t>
            </a:r>
            <a:r>
              <a:rPr lang="es-ES" dirty="0"/>
              <a:t>, "4423333333");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	edad = 15;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} Persona;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524869" y="2160589"/>
            <a:ext cx="4990735" cy="3880773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cout</a:t>
            </a:r>
            <a:r>
              <a:rPr lang="es-ES" dirty="0"/>
              <a:t> &lt;&lt; "Nombre:    " &lt;&lt; </a:t>
            </a:r>
            <a:r>
              <a:rPr lang="es-ES" dirty="0" err="1"/>
              <a:t>Persona.Nombre</a:t>
            </a:r>
            <a:r>
              <a:rPr lang="es-ES" dirty="0"/>
              <a:t> &lt;&lt; </a:t>
            </a:r>
            <a:r>
              <a:rPr lang="es-ES" dirty="0" err="1"/>
              <a:t>endl</a:t>
            </a:r>
            <a:r>
              <a:rPr lang="es-ES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cout</a:t>
            </a:r>
            <a:r>
              <a:rPr lang="es-ES" dirty="0"/>
              <a:t> &lt;&lt; "</a:t>
            </a:r>
            <a:r>
              <a:rPr lang="es-ES" dirty="0" err="1"/>
              <a:t>Direccion</a:t>
            </a:r>
            <a:r>
              <a:rPr lang="es-ES" dirty="0"/>
              <a:t>: " &lt;&lt; </a:t>
            </a:r>
            <a:r>
              <a:rPr lang="es-ES" dirty="0" err="1"/>
              <a:t>Persona.Direccion</a:t>
            </a:r>
            <a:r>
              <a:rPr lang="es-ES" dirty="0"/>
              <a:t> &lt;&lt; </a:t>
            </a:r>
            <a:r>
              <a:rPr lang="es-ES" dirty="0" err="1"/>
              <a:t>endl</a:t>
            </a:r>
            <a:r>
              <a:rPr lang="es-ES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cout</a:t>
            </a:r>
            <a:r>
              <a:rPr lang="es-ES" dirty="0"/>
              <a:t> &lt;&lt; "</a:t>
            </a:r>
            <a:r>
              <a:rPr lang="es-ES" dirty="0" err="1"/>
              <a:t>Telefono</a:t>
            </a:r>
            <a:r>
              <a:rPr lang="es-ES" dirty="0"/>
              <a:t>:  " &lt;&lt; </a:t>
            </a:r>
            <a:r>
              <a:rPr lang="es-ES" dirty="0" err="1"/>
              <a:t>Persona.Telefono</a:t>
            </a:r>
            <a:r>
              <a:rPr lang="es-ES" dirty="0"/>
              <a:t> &lt;&lt; </a:t>
            </a:r>
            <a:r>
              <a:rPr lang="es-ES" dirty="0" err="1"/>
              <a:t>endl</a:t>
            </a:r>
            <a:r>
              <a:rPr lang="es-ES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cout</a:t>
            </a:r>
            <a:r>
              <a:rPr lang="es-ES" dirty="0"/>
              <a:t> &lt;&lt; "Edad:      " &lt;&lt; </a:t>
            </a:r>
            <a:r>
              <a:rPr lang="es-ES" dirty="0" err="1"/>
              <a:t>Persona.edad</a:t>
            </a:r>
            <a:r>
              <a:rPr lang="es-ES" dirty="0"/>
              <a:t> &lt;&lt; </a:t>
            </a:r>
            <a:r>
              <a:rPr lang="es-ES" dirty="0" err="1"/>
              <a:t>endl</a:t>
            </a:r>
            <a:r>
              <a:rPr lang="es-ES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}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1409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con punteros 1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97830" y="2160589"/>
            <a:ext cx="5422383" cy="3880772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 err="1"/>
              <a:t>struct</a:t>
            </a:r>
            <a:r>
              <a:rPr lang="es-ES" dirty="0"/>
              <a:t> Agenda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Nombre[65];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</a:t>
            </a:r>
            <a:r>
              <a:rPr lang="es-ES" dirty="0" err="1"/>
              <a:t>Direccion</a:t>
            </a:r>
            <a:r>
              <a:rPr lang="es-ES" dirty="0"/>
              <a:t>[65];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</a:t>
            </a:r>
            <a:r>
              <a:rPr lang="es-ES" dirty="0" err="1"/>
              <a:t>Telefono</a:t>
            </a:r>
            <a:r>
              <a:rPr lang="es-ES" dirty="0"/>
              <a:t>[15];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int</a:t>
            </a:r>
            <a:r>
              <a:rPr lang="es-ES" dirty="0"/>
              <a:t> edad;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E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Agenda()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	</a:t>
            </a:r>
            <a:r>
              <a:rPr lang="es-ES" dirty="0" err="1"/>
              <a:t>strcpy_s</a:t>
            </a:r>
            <a:r>
              <a:rPr lang="es-ES" dirty="0"/>
              <a:t>(Nombre, "Juan");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	</a:t>
            </a:r>
            <a:r>
              <a:rPr lang="es-ES" dirty="0" err="1"/>
              <a:t>strcpy_s</a:t>
            </a:r>
            <a:r>
              <a:rPr lang="es-ES" dirty="0"/>
              <a:t>(</a:t>
            </a:r>
            <a:r>
              <a:rPr lang="es-ES" dirty="0" err="1"/>
              <a:t>Direccion</a:t>
            </a:r>
            <a:r>
              <a:rPr lang="es-ES" dirty="0"/>
              <a:t>, "Calle del Reprobado No. 41");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	</a:t>
            </a:r>
            <a:r>
              <a:rPr lang="es-ES" dirty="0" err="1"/>
              <a:t>strcpy_s</a:t>
            </a:r>
            <a:r>
              <a:rPr lang="es-ES" dirty="0"/>
              <a:t>(</a:t>
            </a:r>
            <a:r>
              <a:rPr lang="es-ES" dirty="0" err="1"/>
              <a:t>Telefono</a:t>
            </a:r>
            <a:r>
              <a:rPr lang="es-ES" dirty="0"/>
              <a:t>, "4423333333");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	edad = 15;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} Persona,*p;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602924" y="2160589"/>
            <a:ext cx="4633893" cy="3880773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p = &amp;Persona;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/>
              <a:t>	cout &lt;&lt; "Nombre:    " &lt;&lt; (*p).Nombre &lt;&lt; </a:t>
            </a:r>
            <a:r>
              <a:rPr lang="fr-FR" dirty="0" err="1"/>
              <a:t>endl</a:t>
            </a:r>
            <a:r>
              <a:rPr lang="fr-FR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cout</a:t>
            </a:r>
            <a:r>
              <a:rPr lang="es-ES" dirty="0"/>
              <a:t> &lt;&lt; "</a:t>
            </a:r>
            <a:r>
              <a:rPr lang="es-ES" dirty="0" err="1"/>
              <a:t>Direccion</a:t>
            </a:r>
            <a:r>
              <a:rPr lang="es-ES" dirty="0"/>
              <a:t>: " &lt;&lt; </a:t>
            </a:r>
            <a:r>
              <a:rPr lang="fr-FR" dirty="0"/>
              <a:t>(*p).</a:t>
            </a:r>
            <a:r>
              <a:rPr lang="es-ES" dirty="0" err="1"/>
              <a:t>Direccion</a:t>
            </a:r>
            <a:r>
              <a:rPr lang="es-ES" dirty="0"/>
              <a:t> &lt;&lt; </a:t>
            </a:r>
            <a:r>
              <a:rPr lang="es-ES" dirty="0" err="1"/>
              <a:t>endl</a:t>
            </a:r>
            <a:r>
              <a:rPr lang="es-ES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dirty="0"/>
              <a:t>	cout &lt;&lt; "Telefono:  " &lt;&lt; </a:t>
            </a:r>
            <a:r>
              <a:rPr lang="fr-FR" dirty="0"/>
              <a:t>(*p).</a:t>
            </a:r>
            <a:r>
              <a:rPr lang="it-IT" dirty="0"/>
              <a:t>Telefono &lt;&lt; endl;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cout</a:t>
            </a:r>
            <a:r>
              <a:rPr lang="es-ES" dirty="0"/>
              <a:t> &lt;&lt; "Edad:      " &lt;&lt; </a:t>
            </a:r>
            <a:r>
              <a:rPr lang="fr-FR" dirty="0"/>
              <a:t>(*p).</a:t>
            </a:r>
            <a:r>
              <a:rPr lang="es-ES" dirty="0"/>
              <a:t>edad &lt;&lt; </a:t>
            </a:r>
            <a:r>
              <a:rPr lang="es-ES" dirty="0" err="1"/>
              <a:t>endl</a:t>
            </a:r>
            <a:r>
              <a:rPr lang="es-ES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9061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con punteros 2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97830" y="2160589"/>
            <a:ext cx="5422383" cy="3880772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 err="1"/>
              <a:t>struct</a:t>
            </a:r>
            <a:r>
              <a:rPr lang="es-ES" dirty="0"/>
              <a:t> Agenda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Nombre[65];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</a:t>
            </a:r>
            <a:r>
              <a:rPr lang="es-ES" dirty="0" err="1"/>
              <a:t>Direccion</a:t>
            </a:r>
            <a:r>
              <a:rPr lang="es-ES" dirty="0"/>
              <a:t>[65];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</a:t>
            </a:r>
            <a:r>
              <a:rPr lang="es-ES" dirty="0" err="1"/>
              <a:t>Telefono</a:t>
            </a:r>
            <a:r>
              <a:rPr lang="es-ES" dirty="0"/>
              <a:t>[15];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int</a:t>
            </a:r>
            <a:r>
              <a:rPr lang="es-ES" dirty="0"/>
              <a:t> edad;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E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Agenda()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	</a:t>
            </a:r>
            <a:r>
              <a:rPr lang="es-ES" dirty="0" err="1"/>
              <a:t>strcpy_s</a:t>
            </a:r>
            <a:r>
              <a:rPr lang="es-ES" dirty="0"/>
              <a:t>(Nombre, "Juan");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	</a:t>
            </a:r>
            <a:r>
              <a:rPr lang="es-ES" dirty="0" err="1"/>
              <a:t>strcpy_s</a:t>
            </a:r>
            <a:r>
              <a:rPr lang="es-ES" dirty="0"/>
              <a:t>(</a:t>
            </a:r>
            <a:r>
              <a:rPr lang="es-ES" dirty="0" err="1"/>
              <a:t>Direccion</a:t>
            </a:r>
            <a:r>
              <a:rPr lang="es-ES" dirty="0"/>
              <a:t>, "Calle del Reprobado No. 41");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	</a:t>
            </a:r>
            <a:r>
              <a:rPr lang="es-ES" dirty="0" err="1"/>
              <a:t>strcpy_s</a:t>
            </a:r>
            <a:r>
              <a:rPr lang="es-ES" dirty="0"/>
              <a:t>(</a:t>
            </a:r>
            <a:r>
              <a:rPr lang="es-ES" dirty="0" err="1"/>
              <a:t>Telefono</a:t>
            </a:r>
            <a:r>
              <a:rPr lang="es-ES" dirty="0"/>
              <a:t>, "4423333333");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	edad = 15;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} Persona,*p;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602924" y="2160589"/>
            <a:ext cx="4633893" cy="3880773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p = &amp;Persona;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/>
              <a:t>	cout &lt;&lt; "Nombre:    " &lt;&lt; p-&gt;Nombre &lt;&lt; </a:t>
            </a:r>
            <a:r>
              <a:rPr lang="fr-FR" dirty="0" err="1"/>
              <a:t>endl</a:t>
            </a:r>
            <a:r>
              <a:rPr lang="fr-FR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cout</a:t>
            </a:r>
            <a:r>
              <a:rPr lang="es-ES" dirty="0"/>
              <a:t> &lt;&lt; "</a:t>
            </a:r>
            <a:r>
              <a:rPr lang="es-ES" dirty="0" err="1"/>
              <a:t>Direccion</a:t>
            </a:r>
            <a:r>
              <a:rPr lang="es-ES" dirty="0"/>
              <a:t>: " &lt;&lt; p-&gt;</a:t>
            </a:r>
            <a:r>
              <a:rPr lang="es-ES" dirty="0" err="1"/>
              <a:t>Direccion</a:t>
            </a:r>
            <a:r>
              <a:rPr lang="es-ES" dirty="0"/>
              <a:t> &lt;&lt; </a:t>
            </a:r>
            <a:r>
              <a:rPr lang="es-ES" dirty="0" err="1"/>
              <a:t>endl</a:t>
            </a:r>
            <a:r>
              <a:rPr lang="es-ES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dirty="0"/>
              <a:t>	cout &lt;&lt; "Telefono:  " &lt;&lt; p-&gt;Telefono &lt;&lt; endl;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cout</a:t>
            </a:r>
            <a:r>
              <a:rPr lang="es-ES" dirty="0"/>
              <a:t> &lt;&lt; "Edad:      " &lt;&lt; p-&gt;edad &lt;&lt; </a:t>
            </a:r>
            <a:r>
              <a:rPr lang="es-ES" dirty="0" err="1"/>
              <a:t>endl</a:t>
            </a:r>
            <a:r>
              <a:rPr lang="es-ES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}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05640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Arreglo de estructuras</a:t>
            </a:r>
            <a:endParaRPr lang="es-ES" dirty="0"/>
          </a:p>
        </p:txBody>
      </p:sp>
      <p:sp>
        <p:nvSpPr>
          <p:cNvPr id="5" name="Marcador de contenido 4"/>
          <p:cNvSpPr>
            <a:spLocks noGrp="1"/>
          </p:cNvSpPr>
          <p:nvPr>
            <p:ph sz="half" idx="1"/>
          </p:nvPr>
        </p:nvSpPr>
        <p:spPr>
          <a:xfrm>
            <a:off x="677335" y="2160589"/>
            <a:ext cx="2668032" cy="3880772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 err="1"/>
              <a:t>struct</a:t>
            </a:r>
            <a:r>
              <a:rPr lang="es-ES" dirty="0"/>
              <a:t> Agenda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Nombre[65];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</a:t>
            </a:r>
            <a:r>
              <a:rPr lang="es-ES" dirty="0" err="1"/>
              <a:t>Direccion</a:t>
            </a:r>
            <a:r>
              <a:rPr lang="es-ES" dirty="0"/>
              <a:t>[65];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char</a:t>
            </a:r>
            <a:r>
              <a:rPr lang="es-ES" dirty="0"/>
              <a:t> </a:t>
            </a:r>
            <a:r>
              <a:rPr lang="es-ES" dirty="0" err="1"/>
              <a:t>Telefono</a:t>
            </a:r>
            <a:r>
              <a:rPr lang="es-ES" dirty="0"/>
              <a:t>[15];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int</a:t>
            </a:r>
            <a:r>
              <a:rPr lang="es-ES" dirty="0"/>
              <a:t> edad;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Agenda();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E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Agenda::Agenda()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strcpy_s</a:t>
            </a:r>
            <a:r>
              <a:rPr lang="es-ES" dirty="0"/>
              <a:t>(Nombre, "");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strcpy_s</a:t>
            </a:r>
            <a:r>
              <a:rPr lang="es-ES" dirty="0"/>
              <a:t>(</a:t>
            </a:r>
            <a:r>
              <a:rPr lang="es-ES" dirty="0" err="1"/>
              <a:t>Direccion</a:t>
            </a:r>
            <a:r>
              <a:rPr lang="es-ES" dirty="0"/>
              <a:t>, "");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strcpy_s</a:t>
            </a:r>
            <a:r>
              <a:rPr lang="es-ES" dirty="0"/>
              <a:t>(</a:t>
            </a:r>
            <a:r>
              <a:rPr lang="es-ES" dirty="0" err="1"/>
              <a:t>Telefono</a:t>
            </a:r>
            <a:r>
              <a:rPr lang="es-ES" dirty="0"/>
              <a:t>, "");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edad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}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2"/>
          </p:nvPr>
        </p:nvSpPr>
        <p:spPr>
          <a:xfrm>
            <a:off x="4059044" y="2160589"/>
            <a:ext cx="5214960" cy="3880773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struct</a:t>
            </a:r>
            <a:r>
              <a:rPr lang="es-ES" dirty="0"/>
              <a:t> Agenda persona[3];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E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strcpy_s</a:t>
            </a:r>
            <a:r>
              <a:rPr lang="es-ES" dirty="0"/>
              <a:t>(persona[0].Nombre, "Juan");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strcpy_s</a:t>
            </a:r>
            <a:r>
              <a:rPr lang="es-ES" dirty="0"/>
              <a:t>(persona[1].Nombre, "Pepe");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dirty="0" err="1"/>
              <a:t>strcpy_s</a:t>
            </a:r>
            <a:r>
              <a:rPr lang="es-ES" dirty="0"/>
              <a:t>(persona[2].Nombre, "Pedro");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E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/>
              <a:t>	cout &lt;&lt; "Nombre 0: " &lt;&lt; persona[0].Nombre &lt;&lt; </a:t>
            </a:r>
            <a:r>
              <a:rPr lang="fr-FR" dirty="0" err="1"/>
              <a:t>endl</a:t>
            </a:r>
            <a:r>
              <a:rPr lang="fr-FR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/>
              <a:t>	cout &lt;&lt; "Nombre 1: " &lt;&lt; persona[1].Nombre &lt;&lt; </a:t>
            </a:r>
            <a:r>
              <a:rPr lang="fr-FR" dirty="0" err="1"/>
              <a:t>endl</a:t>
            </a:r>
            <a:r>
              <a:rPr lang="fr-FR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/>
              <a:t>	cout &lt;&lt; "Nombre 2: " &lt;&lt; persona[2].Nombre &lt;&lt; </a:t>
            </a:r>
            <a:r>
              <a:rPr lang="fr-FR" dirty="0" err="1"/>
              <a:t>endl</a:t>
            </a:r>
            <a:r>
              <a:rPr lang="fr-FR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6177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Estructuras Anidadas</a:t>
            </a:r>
            <a:endParaRPr lang="es-ES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También está permitido anidar estructuras, con lo cual se pueden conseguir superestructuras muy elaboradas.</a:t>
            </a:r>
          </a:p>
          <a:p>
            <a:r>
              <a:rPr lang="es-MX" dirty="0"/>
              <a:t>En general, no es una práctica corriente definir estructuras dentro de estructuras, ya que tienen un ámbito local, y para acceder a ellas se necesita hacer referencia a la estructura más externa.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8592821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</TotalTime>
  <Words>1036</Words>
  <Application>Microsoft Office PowerPoint</Application>
  <PresentationFormat>Panorámica</PresentationFormat>
  <Paragraphs>155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Faceta</vt:lpstr>
      <vt:lpstr>Estructuras</vt:lpstr>
      <vt:lpstr>2.1 Estructuras</vt:lpstr>
      <vt:lpstr>Sintaxis de una estructura</vt:lpstr>
      <vt:lpstr>Ejemplo de declaración</vt:lpstr>
      <vt:lpstr>Ejemplo de uso</vt:lpstr>
      <vt:lpstr>Ejemplo inicializando valores de la estructura</vt:lpstr>
      <vt:lpstr>Ejemplo usando constructores</vt:lpstr>
      <vt:lpstr>Ejemplo con punteros 1</vt:lpstr>
      <vt:lpstr>Ejemplo con punteros 2</vt:lpstr>
      <vt:lpstr>Arreglo de estructuras</vt:lpstr>
      <vt:lpstr>Estructuras Anidadas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Estructuras</dc:title>
  <dc:creator>Juan Ramos</dc:creator>
  <cp:lastModifiedBy>Juan Ramos</cp:lastModifiedBy>
  <cp:revision>1</cp:revision>
  <dcterms:created xsi:type="dcterms:W3CDTF">2022-03-01T16:00:19Z</dcterms:created>
  <dcterms:modified xsi:type="dcterms:W3CDTF">2022-03-08T15:07:59Z</dcterms:modified>
</cp:coreProperties>
</file>